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media/image1.svg" ContentType="image/svg+xml"/>
  <Override PartName="/ppt/media/image10.svg" ContentType="image/svg+xml"/>
  <Override PartName="/ppt/media/image4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63" r:id="rId5"/>
    <p:sldId id="2147483503" r:id="rId6"/>
    <p:sldId id="271" r:id="rId7"/>
    <p:sldId id="2147483504" r:id="rId8"/>
    <p:sldId id="2147483505" r:id="rId9"/>
    <p:sldId id="357" r:id="rId10"/>
    <p:sldId id="358" r:id="rId11"/>
    <p:sldId id="359" r:id="rId12"/>
    <p:sldId id="360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8DD0B40-9702-BDDE-5FDF-7112522F2091}" name="Eichmann, Carina (059)" initials="CE" userId="S::ceichma@emea.corpdir.net::7d48d6b2-364d-4795-8584-458b93b7bf4c" providerId="AD"/>
  <p188:author id="{796C4954-AD7B-434C-392B-1F49EF272130}" name="Schreiber, Elina (415)" initials="ES" userId="S::millere@emea.corpdir.net::d770b47b-d5a3-479a-b117-d3720c324c9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6EBF0"/>
    <a:srgbClr val="005DCC"/>
    <a:srgbClr val="2FBAA6"/>
    <a:srgbClr val="075959"/>
    <a:srgbClr val="92D0FF"/>
    <a:srgbClr val="E6E6E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71A21F-4FF4-00FC-7797-4CB92FF707F0}" v="2" dt="2026-04-15T08:39:04.8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56" autoAdjust="0"/>
    <p:restoredTop sz="94660"/>
  </p:normalViewPr>
  <p:slideViewPr>
    <p:cSldViewPr snapToGrid="0">
      <p:cViewPr>
        <p:scale>
          <a:sx n="50" d="100"/>
          <a:sy n="50" d="100"/>
        </p:scale>
        <p:origin x="2172" y="15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notesMaster" Target="notesMasters/notesMaster1.xml"/><Relationship Id="rId15" Type="http://schemas.openxmlformats.org/officeDocument/2006/relationships/handoutMaster" Target="handoutMasters/handout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6/11/relationships/changesInfo" Target="changesInfos/changesInfo1.xml"/><Relationship Id="rId21" Type="http://schemas.microsoft.com/office/2015/10/relationships/revisionInfo" Target="revisionInfo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aria, Abhishek (623-Extern-IBM)" userId="S::akatari@apac.corpdir.net::5329d5e4-b3e6-473e-841c-0e738b7b8938" providerId="AD" clId="Web-{BE71A21F-4FF4-00FC-7797-4CB92FF707F0}"/>
    <pc:docChg chg="modSld">
      <pc:chgData name="Kataria, Abhishek (623-Extern-IBM)" userId="S::akatari@apac.corpdir.net::5329d5e4-b3e6-473e-841c-0e738b7b8938" providerId="AD" clId="Web-{BE71A21F-4FF4-00FC-7797-4CB92FF707F0}" dt="2026-04-15T08:39:04.884" v="1" actId="1076"/>
      <pc:docMkLst>
        <pc:docMk/>
      </pc:docMkLst>
      <pc:sldChg chg="modSp">
        <pc:chgData name="Kataria, Abhishek (623-Extern-IBM)" userId="S::akatari@apac.corpdir.net::5329d5e4-b3e6-473e-841c-0e738b7b8938" providerId="AD" clId="Web-{BE71A21F-4FF4-00FC-7797-4CB92FF707F0}" dt="2026-04-15T08:39:04.884" v="1" actId="1076"/>
        <pc:sldMkLst>
          <pc:docMk/>
          <pc:sldMk cId="1074877956" sldId="2147483503"/>
        </pc:sldMkLst>
        <pc:grpChg chg="mod">
          <ac:chgData name="Kataria, Abhishek (623-Extern-IBM)" userId="S::akatari@apac.corpdir.net::5329d5e4-b3e6-473e-841c-0e738b7b8938" providerId="AD" clId="Web-{BE71A21F-4FF4-00FC-7797-4CB92FF707F0}" dt="2026-04-15T08:39:04.884" v="1" actId="1076"/>
          <ac:grpSpMkLst>
            <pc:docMk/>
            <pc:sldMk cId="1074877956" sldId="2147483503"/>
            <ac:grpSpMk id="28" creationId="{9BA59C5F-17C3-04CB-E2D7-1E23F5F04AA0}"/>
          </ac:grpSpMkLst>
        </pc:gr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svg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49BA9B17-0B58-694A-9EB2-0972094EE3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-11073" y="8136396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6A391B8-6139-3A53-7223-00EEFDC80F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73540" y="8136396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DC2089-0856-4559-9681-CC49AFF084B3}" type="datetimeFigureOut">
              <a:rPr lang="de-DE" smtClean="0"/>
              <a:t>15.04.2026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FF187E4-ECCB-BE5B-92C8-71852AE7DD2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C02E058-ED17-6BFB-4023-E94E8FBD346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CAB7C4-D87C-4726-8447-DA691088A8B2}" type="slidenum">
              <a:rPr lang="de-DE" smtClean="0"/>
              <a:t>‹#›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8909FB0-7E10-56A0-25BC-573B3A235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881312" y="249851"/>
            <a:ext cx="1095376" cy="12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97873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svg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811371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811371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86AABA-A5FB-4E9C-86D0-74A32AA08C19}" type="datetimeFigureOut">
              <a:rPr lang="de-DE" smtClean="0"/>
              <a:t>15.04.2026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6350">
            <a:solidFill>
              <a:schemeClr val="tx2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4CB963-BF30-4F0E-A88E-08AB77B31FC5}" type="slidenum">
              <a:rPr lang="de-DE" smtClean="0"/>
              <a:t>‹#›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AE86D2F-4ECA-7B7C-D87D-C107A8FA69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881312" y="249851"/>
            <a:ext cx="1095376" cy="12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570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88900" indent="-88900" algn="l" defTabSz="914400" rtl="0" eaLnBrk="1" latinLnBrk="0" hangingPunct="1"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176213" indent="-87313" algn="l" defTabSz="914400" rtl="0" eaLnBrk="1" latinLnBrk="0" hangingPunct="1"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265113" indent="-88900" algn="l" defTabSz="914400" rtl="0" eaLnBrk="1" latinLnBrk="0" hangingPunct="1"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360363" indent="-95250" algn="l" defTabSz="914400" rtl="0" eaLnBrk="1" latinLnBrk="0" hangingPunct="1"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449263" indent="-88900" algn="l" defTabSz="914400" rtl="0" eaLnBrk="1" latinLnBrk="0" hangingPunct="1"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b="0" i="0" kern="1200" dirty="0">
              <a:solidFill>
                <a:schemeClr val="tx1"/>
              </a:solidFill>
              <a:effectLst/>
              <a:latin typeface="MB Corpo S Text Office Light" panose="020B0404050000000004" pitchFamily="34" charset="0"/>
              <a:ea typeface="+mn-ea"/>
              <a:cs typeface="+mn-cs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5BDECE-1517-48FD-9E5D-7BE7C8CA5DA5}" type="slidenum">
              <a:rPr lang="de-DE" smtClean="0">
                <a:latin typeface="MB Corpo S Text Office Light" panose="020B0404050000000004" pitchFamily="34" charset="0"/>
              </a:rPr>
              <a:t>6</a:t>
            </a:fld>
            <a:endParaRPr lang="de-DE">
              <a:latin typeface="MB Corpo S Text Office Light" panose="020B040405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61075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b="0" i="0" kern="1200" dirty="0">
              <a:solidFill>
                <a:schemeClr val="tx1"/>
              </a:solidFill>
              <a:effectLst/>
              <a:latin typeface="MB Corpo S Text Office Light" panose="020B0404050000000004" pitchFamily="34" charset="0"/>
              <a:ea typeface="+mn-ea"/>
              <a:cs typeface="+mn-cs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5BDECE-1517-48FD-9E5D-7BE7C8CA5DA5}" type="slidenum">
              <a:rPr lang="de-DE" smtClean="0">
                <a:latin typeface="MB Corpo S Text Office Light" panose="020B0404050000000004" pitchFamily="34" charset="0"/>
              </a:rPr>
              <a:t>7</a:t>
            </a:fld>
            <a:endParaRPr lang="de-DE">
              <a:latin typeface="MB Corpo S Text Office Light" panose="020B040405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8454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b="0" i="0" kern="1200" dirty="0">
              <a:solidFill>
                <a:schemeClr val="tx1"/>
              </a:solidFill>
              <a:effectLst/>
              <a:latin typeface="MB Corpo S Text Office Light" panose="020B0404050000000004" pitchFamily="34" charset="0"/>
              <a:ea typeface="+mn-ea"/>
              <a:cs typeface="+mn-cs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5BDECE-1517-48FD-9E5D-7BE7C8CA5DA5}" type="slidenum">
              <a:rPr lang="de-DE" smtClean="0">
                <a:latin typeface="MB Corpo S Text Office Light" panose="020B0404050000000004" pitchFamily="34" charset="0"/>
              </a:rPr>
              <a:t>8</a:t>
            </a:fld>
            <a:endParaRPr lang="de-DE">
              <a:latin typeface="MB Corpo S Text Office Light" panose="020B040405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7927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b="0" i="0" kern="1200" dirty="0">
              <a:solidFill>
                <a:schemeClr val="tx1"/>
              </a:solidFill>
              <a:effectLst/>
              <a:latin typeface="MB Corpo S Text Office Light" panose="020B0404050000000004" pitchFamily="34" charset="0"/>
              <a:ea typeface="+mn-ea"/>
              <a:cs typeface="+mn-cs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5BDECE-1517-48FD-9E5D-7BE7C8CA5DA5}" type="slidenum">
              <a:rPr lang="de-DE" smtClean="0">
                <a:latin typeface="MB Corpo S Text Office Light" panose="020B0404050000000004" pitchFamily="34" charset="0"/>
              </a:rPr>
              <a:t>9</a:t>
            </a:fld>
            <a:endParaRPr lang="de-DE">
              <a:latin typeface="MB Corpo S Text Office Light" panose="020B040405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81046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8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, Subheadline (White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C33699-EFF2-15DC-D387-B39B05C96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43025" y="1557338"/>
            <a:ext cx="9505950" cy="1979674"/>
          </a:xfrm>
        </p:spPr>
        <p:txBody>
          <a:bodyPr anchor="b"/>
          <a:lstStyle>
            <a:lvl1pPr algn="ctr">
              <a:lnSpc>
                <a:spcPct val="93000"/>
              </a:lnSpc>
              <a:defRPr sz="6400" cap="all" spc="64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Title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DFBBED2-1E04-2D89-64E8-366E8D311D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43025" y="3674676"/>
            <a:ext cx="9505950" cy="1446599"/>
          </a:xfrm>
        </p:spPr>
        <p:txBody>
          <a:bodyPr/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err="1"/>
              <a:t>Subheadline</a:t>
            </a:r>
            <a:endParaRPr lang="en-US" noProof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3EDF974-98B3-E891-1E63-8D6C866EE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F1644E6-3DA0-ABFC-0CB0-BFED997FF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err="1"/>
              <a:t>ReX</a:t>
            </a:r>
            <a:r>
              <a:rPr lang="en-US"/>
              <a:t> ART / 2025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2EFA54C7-43F0-D878-186E-B6D6988CB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44028" y="5804725"/>
            <a:ext cx="504000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957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headline, Full-Page Picture (Bright)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C6FB23F-573D-7325-126B-3385DD96FAF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7999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2C33699-EFF2-15DC-D387-B39B05C96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4" y="3536949"/>
            <a:ext cx="11090272" cy="1872000"/>
          </a:xfrm>
        </p:spPr>
        <p:txBody>
          <a:bodyPr anchor="b"/>
          <a:lstStyle>
            <a:lvl1pPr algn="ctr">
              <a:lnSpc>
                <a:spcPct val="93000"/>
              </a:lnSpc>
              <a:defRPr sz="6400" cap="all" spc="64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Title</a:t>
            </a:r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82AA7328-9DF9-0BBC-DBAD-C4AE2BA7A71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0863" y="5517231"/>
            <a:ext cx="11090274" cy="396207"/>
          </a:xfrm>
        </p:spPr>
        <p:txBody>
          <a:bodyPr/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Subheadline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3EDF974-98B3-E891-1E63-8D6C866EE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F1644E6-3DA0-ABFC-0CB0-BFED997FF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6" name="Textplatzhalter 4">
            <a:extLst>
              <a:ext uri="{FF2B5EF4-FFF2-40B4-BE49-F238E27FC236}">
                <a16:creationId xmlns:a16="http://schemas.microsoft.com/office/drawing/2014/main" id="{9FEF4DBA-0CAB-62C3-ECDD-433D618F8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49288" y="254286"/>
            <a:ext cx="1094400" cy="126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>
              <a:buNone/>
              <a:defRPr sz="800">
                <a:noFill/>
              </a:defRPr>
            </a:lvl1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1" name="Textplatzhalter 4">
            <a:extLst>
              <a:ext uri="{FF2B5EF4-FFF2-40B4-BE49-F238E27FC236}">
                <a16:creationId xmlns:a16="http://schemas.microsoft.com/office/drawing/2014/main" id="{32E82317-1240-DA4E-C2C2-85D8153AB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4028" y="6040681"/>
            <a:ext cx="504000" cy="504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>
              <a:buNone/>
              <a:defRPr sz="800">
                <a:noFill/>
              </a:defRPr>
            </a:lvl1pPr>
          </a:lstStyle>
          <a:p>
            <a:pPr lvl="0"/>
            <a:r>
              <a:rPr lang="de-DE" noProof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614319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Screenshot, Schwarz, Dunkelheit, Kunst enthält.&#10;&#10;KI-generierte Inhalte können fehlerhaft sein.">
            <a:extLst>
              <a:ext uri="{FF2B5EF4-FFF2-40B4-BE49-F238E27FC236}">
                <a16:creationId xmlns:a16="http://schemas.microsoft.com/office/drawing/2014/main" id="{2BB5938D-03A0-D0E4-7632-9D8313FB6B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8" name="Titel 7">
            <a:extLst>
              <a:ext uri="{FF2B5EF4-FFF2-40B4-BE49-F238E27FC236}">
                <a16:creationId xmlns:a16="http://schemas.microsoft.com/office/drawing/2014/main" id="{9C66D120-DF39-86BD-5A22-D807A88034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33" y="1670050"/>
            <a:ext cx="3961460" cy="966622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noProof="0"/>
              <a:t>Agenda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E4107EB1-9C39-51E6-C680-F9C11F1243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3" y="2744788"/>
            <a:ext cx="3960812" cy="3348033"/>
          </a:xfrm>
        </p:spPr>
        <p:txBody>
          <a:bodyPr/>
          <a:lstStyle>
            <a:lvl1pPr marL="266700" indent="-266700">
              <a:spcAft>
                <a:spcPts val="450"/>
              </a:spcAft>
              <a:buFont typeface="+mj-lt"/>
              <a:buAutoNum type="arabicPeriod"/>
              <a:defRPr/>
            </a:lvl1pPr>
          </a:lstStyle>
          <a:p>
            <a:pPr lvl="0"/>
            <a:r>
              <a:rPr lang="en-US" noProof="0"/>
              <a:t>Chapter</a:t>
            </a:r>
          </a:p>
        </p:txBody>
      </p:sp>
      <p:sp>
        <p:nvSpPr>
          <p:cNvPr id="2" name="Bildplatzhalter 8">
            <a:extLst>
              <a:ext uri="{FF2B5EF4-FFF2-40B4-BE49-F238E27FC236}">
                <a16:creationId xmlns:a16="http://schemas.microsoft.com/office/drawing/2014/main" id="{283E5972-34D9-5BDE-BE51-9A9D01A3AA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03838" y="765179"/>
            <a:ext cx="6888162" cy="5327642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D3AB380-1A82-B836-6924-1EBAA31B0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B61E1F0-BEBB-9F5F-8600-7D9FD175F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A61036D-8DE2-64BC-D86F-FAE566763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</p:spTree>
    <p:extLst>
      <p:ext uri="{BB962C8B-B14F-4D97-AF65-F5344CB8AC3E}">
        <p14:creationId xmlns:p14="http://schemas.microsoft.com/office/powerpoint/2010/main" val="4107171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Screenshot, Schwarz, Dunkelheit, Kunst enthält.&#10;&#10;KI-generierte Inhalte können fehlerhaft sein.">
            <a:extLst>
              <a:ext uri="{FF2B5EF4-FFF2-40B4-BE49-F238E27FC236}">
                <a16:creationId xmlns:a16="http://schemas.microsoft.com/office/drawing/2014/main" id="{D607EFBB-E702-D674-8B36-8C544D6968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Bildplatzhalter 8">
            <a:extLst>
              <a:ext uri="{FF2B5EF4-FFF2-40B4-BE49-F238E27FC236}">
                <a16:creationId xmlns:a16="http://schemas.microsoft.com/office/drawing/2014/main" id="{283E5972-34D9-5BDE-BE51-9A9D01A3AAB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09675" y="765175"/>
            <a:ext cx="3366545" cy="5327652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D3AB380-1A82-B836-6924-1EBAA31B0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B61E1F0-BEBB-9F5F-8600-7D9FD175F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A61036D-8DE2-64BC-D86F-FAE566763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3" name="Textplatzhalter 9">
            <a:extLst>
              <a:ext uri="{FF2B5EF4-FFF2-40B4-BE49-F238E27FC236}">
                <a16:creationId xmlns:a16="http://schemas.microsoft.com/office/drawing/2014/main" id="{E4107EB1-9C39-51E6-C680-F9C11F1243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4" y="765168"/>
            <a:ext cx="3565524" cy="5327659"/>
          </a:xfrm>
        </p:spPr>
        <p:txBody>
          <a:bodyPr bIns="144000" anchor="ctr"/>
          <a:lstStyle>
            <a:lvl1pPr marL="449263" indent="-449263">
              <a:spcAft>
                <a:spcPts val="900"/>
              </a:spcAft>
              <a:buFont typeface="+mj-lt"/>
              <a:buAutoNum type="arabicPeriod"/>
              <a:defRPr sz="3600" spc="100" baseline="0">
                <a:latin typeface="+mj-lt"/>
              </a:defRPr>
            </a:lvl1pPr>
          </a:lstStyle>
          <a:p>
            <a:pPr lvl="0"/>
            <a:r>
              <a:rPr lang="en-US" noProof="0"/>
              <a:t>Chapter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8B378EFF-B299-05A9-BC68-1FBD9A17D54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274220" y="2349500"/>
            <a:ext cx="3366916" cy="23749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82353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(White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53CAD1E5-88D8-CF56-F891-9784DA991E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5" y="765175"/>
            <a:ext cx="11090272" cy="5327650"/>
          </a:xfrm>
        </p:spPr>
        <p:txBody>
          <a:bodyPr anchor="ctr" anchorCtr="0"/>
          <a:lstStyle>
            <a:lvl1pPr marL="0" indent="0" algn="ctr">
              <a:lnSpc>
                <a:spcPct val="93000"/>
              </a:lnSpc>
              <a:buNone/>
              <a:defRPr sz="4800" cap="all" spc="700" baseline="0">
                <a:latin typeface="+mj-lt"/>
              </a:defRPr>
            </a:lvl1pPr>
          </a:lstStyle>
          <a:p>
            <a:pPr lvl="0"/>
            <a:r>
              <a:rPr lang="en-US" noProof="0"/>
              <a:t>Chapter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D3AB380-1A82-B836-6924-1EBAA31B0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B61E1F0-BEBB-9F5F-8600-7D9FD175F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A61036D-8DE2-64BC-D86F-FAE566763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pic>
        <p:nvPicPr>
          <p:cNvPr id="2" name="Grafik 1" descr="Ein Bild, das Screenshot, Schwarz, Dunkelheit, Kunst enthält.&#10;&#10;KI-generierte Inhalte können fehlerhaft sein.">
            <a:extLst>
              <a:ext uri="{FF2B5EF4-FFF2-40B4-BE49-F238E27FC236}">
                <a16:creationId xmlns:a16="http://schemas.microsoft.com/office/drawing/2014/main" id="{CA2126C0-FC48-1F0F-3223-A1DEF05892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430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Sub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Schwarz, Dunkelheit, Screenshot enthält.&#10;&#10;KI-generierte Inhalte können fehlerhaft sein.">
            <a:extLst>
              <a:ext uri="{FF2B5EF4-FFF2-40B4-BE49-F238E27FC236}">
                <a16:creationId xmlns:a16="http://schemas.microsoft.com/office/drawing/2014/main" id="{99F91CE8-0BDB-2178-187D-D92F4F1234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5639" y="0"/>
            <a:ext cx="12180722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9" name="Textplatzhalter 16">
            <a:extLst>
              <a:ext uri="{FF2B5EF4-FFF2-40B4-BE49-F238E27FC236}">
                <a16:creationId xmlns:a16="http://schemas.microsoft.com/office/drawing/2014/main" id="{26428447-7C6D-0D35-7D73-1BA99AF1DD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3" y="1239291"/>
            <a:ext cx="11090276" cy="431800"/>
          </a:xfr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en-US" noProof="0" err="1"/>
              <a:t>Subheadline</a:t>
            </a:r>
            <a:endParaRPr lang="en-US" noProof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16" name="Textplatzhalter 14">
            <a:extLst>
              <a:ext uri="{FF2B5EF4-FFF2-40B4-BE49-F238E27FC236}">
                <a16:creationId xmlns:a16="http://schemas.microsoft.com/office/drawing/2014/main" id="{4017225E-6F1C-9979-8B2D-F25C5C8D423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2825"/>
            <a:ext cx="11090276" cy="216371"/>
          </a:xfrm>
        </p:spPr>
        <p:txBody>
          <a:bodyPr tIns="0" anchor="b" anchorCtr="0"/>
          <a:lstStyle>
            <a:lvl1pPr marL="0" indent="0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6424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line, Sub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Schwarz, Dunkelheit, Screenshot enthält.&#10;&#10;KI-generierte Inhalte können fehlerhaft sein.">
            <a:extLst>
              <a:ext uri="{FF2B5EF4-FFF2-40B4-BE49-F238E27FC236}">
                <a16:creationId xmlns:a16="http://schemas.microsoft.com/office/drawing/2014/main" id="{96783A01-3FA0-DB57-DA0E-39DF9668B1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 flipH="1">
            <a:off x="5639" y="0"/>
            <a:ext cx="12180722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9" name="Textplatzhalter 16">
            <a:extLst>
              <a:ext uri="{FF2B5EF4-FFF2-40B4-BE49-F238E27FC236}">
                <a16:creationId xmlns:a16="http://schemas.microsoft.com/office/drawing/2014/main" id="{26428447-7C6D-0D35-7D73-1BA99AF1DD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3" y="1239291"/>
            <a:ext cx="11090276" cy="431800"/>
          </a:xfr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en-US" noProof="0" err="1"/>
              <a:t>Subheadline</a:t>
            </a:r>
            <a:endParaRPr lang="en-US" noProof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16" name="Textplatzhalter 14">
            <a:extLst>
              <a:ext uri="{FF2B5EF4-FFF2-40B4-BE49-F238E27FC236}">
                <a16:creationId xmlns:a16="http://schemas.microsoft.com/office/drawing/2014/main" id="{4017225E-6F1C-9979-8B2D-F25C5C8D423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2825"/>
            <a:ext cx="11090276" cy="216371"/>
          </a:xfrm>
        </p:spPr>
        <p:txBody>
          <a:bodyPr tIns="0" anchor="b" anchorCtr="0"/>
          <a:lstStyle>
            <a:lvl1pPr marL="0" indent="0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951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Schwarz, Dunkelheit, Screenshot enthält.&#10;&#10;KI-generierte Inhalte können fehlerhaft sein.">
            <a:extLst>
              <a:ext uri="{FF2B5EF4-FFF2-40B4-BE49-F238E27FC236}">
                <a16:creationId xmlns:a16="http://schemas.microsoft.com/office/drawing/2014/main" id="{23F81B6B-0555-7972-3910-A49E81188F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5639" y="0"/>
            <a:ext cx="12180722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11" name="Textplatzhalter 14">
            <a:extLst>
              <a:ext uri="{FF2B5EF4-FFF2-40B4-BE49-F238E27FC236}">
                <a16:creationId xmlns:a16="http://schemas.microsoft.com/office/drawing/2014/main" id="{41DB3931-F9B0-5F4F-24B6-BC86722344A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7394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line Only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Schwarz, Dunkelheit, Screenshot enthält.&#10;&#10;KI-generierte Inhalte können fehlerhaft sein.">
            <a:extLst>
              <a:ext uri="{FF2B5EF4-FFF2-40B4-BE49-F238E27FC236}">
                <a16:creationId xmlns:a16="http://schemas.microsoft.com/office/drawing/2014/main" id="{6153B685-0AD4-C4C2-EC2A-2EB1692E58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 flipH="1">
            <a:off x="5639" y="0"/>
            <a:ext cx="12180722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11" name="Textplatzhalter 14">
            <a:extLst>
              <a:ext uri="{FF2B5EF4-FFF2-40B4-BE49-F238E27FC236}">
                <a16:creationId xmlns:a16="http://schemas.microsoft.com/office/drawing/2014/main" id="{41DB3931-F9B0-5F4F-24B6-BC86722344A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9360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Schwarz, Dunkelheit, Screenshot enthält.&#10;&#10;KI-generierte Inhalte können fehlerhaft sein.">
            <a:extLst>
              <a:ext uri="{FF2B5EF4-FFF2-40B4-BE49-F238E27FC236}">
                <a16:creationId xmlns:a16="http://schemas.microsoft.com/office/drawing/2014/main" id="{7D08D60A-143C-4857-77BD-B833AC7884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5639" y="0"/>
            <a:ext cx="12180722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626400"/>
            <a:ext cx="11090276" cy="104352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10" name="Tabellenplatzhalter 9">
            <a:extLst>
              <a:ext uri="{FF2B5EF4-FFF2-40B4-BE49-F238E27FC236}">
                <a16:creationId xmlns:a16="http://schemas.microsoft.com/office/drawing/2014/main" id="{4E9509D3-28AE-EB2D-F17A-F9F5254AA09E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550863" y="1952625"/>
            <a:ext cx="11090276" cy="4140200"/>
          </a:xfrm>
        </p:spPr>
        <p:txBody>
          <a:bodyPr/>
          <a:lstStyle/>
          <a:p>
            <a:r>
              <a:rPr lang="de-DE" noProof="0"/>
              <a:t>Tabelle durch Klicken auf Symbol hinzufügen</a:t>
            </a:r>
            <a:endParaRPr lang="en-US" noProof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5" name="Textplatzhalter 14">
            <a:extLst>
              <a:ext uri="{FF2B5EF4-FFF2-40B4-BE49-F238E27FC236}">
                <a16:creationId xmlns:a16="http://schemas.microsoft.com/office/drawing/2014/main" id="{2192A9DD-4CCF-F290-C03A-A388B9080C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4" y="6093296"/>
            <a:ext cx="11090274" cy="215900"/>
          </a:xfrm>
        </p:spPr>
        <p:txBody>
          <a:bodyPr tIns="0" anchor="b" anchorCtr="0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0491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lin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626400"/>
            <a:ext cx="11090276" cy="104352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10" name="Tabellenplatzhalter 9">
            <a:extLst>
              <a:ext uri="{FF2B5EF4-FFF2-40B4-BE49-F238E27FC236}">
                <a16:creationId xmlns:a16="http://schemas.microsoft.com/office/drawing/2014/main" id="{4E9509D3-28AE-EB2D-F17A-F9F5254AA09E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550863" y="1952625"/>
            <a:ext cx="11090276" cy="4140200"/>
          </a:xfrm>
        </p:spPr>
        <p:txBody>
          <a:bodyPr/>
          <a:lstStyle/>
          <a:p>
            <a:r>
              <a:rPr lang="de-DE" noProof="0"/>
              <a:t>Tabelle durch Klicken auf Symbol hinzufügen</a:t>
            </a:r>
            <a:endParaRPr lang="en-US" noProof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5" name="Textplatzhalter 14">
            <a:extLst>
              <a:ext uri="{FF2B5EF4-FFF2-40B4-BE49-F238E27FC236}">
                <a16:creationId xmlns:a16="http://schemas.microsoft.com/office/drawing/2014/main" id="{2192A9DD-4CCF-F290-C03A-A388B9080C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4" y="6093296"/>
            <a:ext cx="11090274" cy="215900"/>
          </a:xfrm>
        </p:spPr>
        <p:txBody>
          <a:bodyPr tIns="0" anchor="b" anchorCtr="0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  <p:pic>
        <p:nvPicPr>
          <p:cNvPr id="3" name="Grafik 2" descr="Ein Bild, das Schwarz, Dunkelheit, Screenshot enthält.&#10;&#10;KI-generierte Inhalte können fehlerhaft sein.">
            <a:extLst>
              <a:ext uri="{FF2B5EF4-FFF2-40B4-BE49-F238E27FC236}">
                <a16:creationId xmlns:a16="http://schemas.microsoft.com/office/drawing/2014/main" id="{FB662607-4DDD-0489-6A9D-8755D103EA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 flipH="1">
            <a:off x="5639" y="0"/>
            <a:ext cx="121807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7064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765168"/>
            <a:ext cx="4752975" cy="5327650"/>
          </a:xfrm>
        </p:spPr>
        <p:txBody>
          <a:bodyPr anchor="ctr" anchorCtr="0"/>
          <a:lstStyle>
            <a:lvl1pPr algn="l">
              <a:defRPr/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11" name="Diagrammplatzhalter 10">
            <a:extLst>
              <a:ext uri="{FF2B5EF4-FFF2-40B4-BE49-F238E27FC236}">
                <a16:creationId xmlns:a16="http://schemas.microsoft.com/office/drawing/2014/main" id="{0E2F6EF6-54CE-D2FB-6398-3F0932EB5A5C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096000" y="765175"/>
            <a:ext cx="5545137" cy="5327650"/>
          </a:xfrm>
        </p:spPr>
        <p:txBody>
          <a:bodyPr/>
          <a:lstStyle/>
          <a:p>
            <a:r>
              <a:rPr lang="de-DE" noProof="0"/>
              <a:t>Diagramm durch Klicken auf Symbol hinzufügen</a:t>
            </a:r>
            <a:endParaRPr lang="en-US" noProof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5" name="Textplatzhalter 14">
            <a:extLst>
              <a:ext uri="{FF2B5EF4-FFF2-40B4-BE49-F238E27FC236}">
                <a16:creationId xmlns:a16="http://schemas.microsoft.com/office/drawing/2014/main" id="{192685F7-8BDD-FE1C-AF95-6BA5DAE2B3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indent="0" algn="l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  <p:pic>
        <p:nvPicPr>
          <p:cNvPr id="3" name="Grafik 2" descr="Ein Bild, das Schwarz, Dunkelheit, Screenshot enthält.&#10;&#10;KI-generierte Inhalte können fehlerhaft sein.">
            <a:extLst>
              <a:ext uri="{FF2B5EF4-FFF2-40B4-BE49-F238E27FC236}">
                <a16:creationId xmlns:a16="http://schemas.microsoft.com/office/drawing/2014/main" id="{1EFD68B6-4D10-E61C-0802-6908CBB3DB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5639" y="0"/>
            <a:ext cx="121807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0825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line,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Schwarz, Dunkelheit, Screenshot enthält.&#10;&#10;KI-generierte Inhalte können fehlerhaft sein.">
            <a:extLst>
              <a:ext uri="{FF2B5EF4-FFF2-40B4-BE49-F238E27FC236}">
                <a16:creationId xmlns:a16="http://schemas.microsoft.com/office/drawing/2014/main" id="{53FE9BD6-454D-7739-33D9-3CA07C588D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 flipH="1">
            <a:off x="5639" y="0"/>
            <a:ext cx="12180722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765168"/>
            <a:ext cx="4752975" cy="5327650"/>
          </a:xfrm>
        </p:spPr>
        <p:txBody>
          <a:bodyPr anchor="ctr" anchorCtr="0"/>
          <a:lstStyle>
            <a:lvl1pPr algn="l">
              <a:defRPr/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11" name="Diagrammplatzhalter 10">
            <a:extLst>
              <a:ext uri="{FF2B5EF4-FFF2-40B4-BE49-F238E27FC236}">
                <a16:creationId xmlns:a16="http://schemas.microsoft.com/office/drawing/2014/main" id="{0E2F6EF6-54CE-D2FB-6398-3F0932EB5A5C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096000" y="765175"/>
            <a:ext cx="5545137" cy="5327650"/>
          </a:xfrm>
        </p:spPr>
        <p:txBody>
          <a:bodyPr/>
          <a:lstStyle/>
          <a:p>
            <a:r>
              <a:rPr lang="de-DE" noProof="0"/>
              <a:t>Diagramm durch Klicken auf Symbol hinzufügen</a:t>
            </a:r>
            <a:endParaRPr lang="en-US" noProof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5" name="Textplatzhalter 14">
            <a:extLst>
              <a:ext uri="{FF2B5EF4-FFF2-40B4-BE49-F238E27FC236}">
                <a16:creationId xmlns:a16="http://schemas.microsoft.com/office/drawing/2014/main" id="{192685F7-8BDD-FE1C-AF95-6BA5DAE2B3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indent="0" algn="l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06544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Subheadlin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40CC45-5BB3-D4BB-4386-00A28C67F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Headline</a:t>
            </a:r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1A884BEC-F782-09CD-70B3-BD938DD7F0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3" y="1238400"/>
            <a:ext cx="11090276" cy="431800"/>
          </a:xfr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en-US" noProof="0" err="1"/>
              <a:t>Subheadline</a:t>
            </a:r>
            <a:endParaRPr lang="en-US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CDD3E2F-3339-7493-EAD2-BE26BAFB8026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noProof="0"/>
              <a:t>Text</a:t>
            </a:r>
          </a:p>
          <a:p>
            <a:pPr lvl="1"/>
            <a:r>
              <a:rPr lang="en-US" noProof="0"/>
              <a:t>Text</a:t>
            </a:r>
          </a:p>
          <a:p>
            <a:pPr lvl="2"/>
            <a:r>
              <a:rPr lang="en-US" noProof="0"/>
              <a:t>Text</a:t>
            </a:r>
          </a:p>
          <a:p>
            <a:pPr lvl="3"/>
            <a:r>
              <a:rPr lang="en-US" noProof="0"/>
              <a:t>Text</a:t>
            </a:r>
          </a:p>
          <a:p>
            <a:pPr lvl="4"/>
            <a:r>
              <a:rPr lang="en-US" noProof="0"/>
              <a:t>Text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2DBB5BA-9013-B0D6-151D-45343668C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F0D16F3-D262-6FB2-3882-55CD4D598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5645EA5-DB06-7F61-3ADC-0D1839BEF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6" name="Textplatzhalter 14">
            <a:extLst>
              <a:ext uri="{FF2B5EF4-FFF2-40B4-BE49-F238E27FC236}">
                <a16:creationId xmlns:a16="http://schemas.microsoft.com/office/drawing/2014/main" id="{20CA0F59-D99C-FB8E-0F0B-45D6A0C47E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indent="0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  <p:pic>
        <p:nvPicPr>
          <p:cNvPr id="4" name="Grafik 3" descr="Ein Bild, das Schwarz, Dunkelheit, Screenshot enthält.&#10;&#10;KI-generierte Inhalte können fehlerhaft sein.">
            <a:extLst>
              <a:ext uri="{FF2B5EF4-FFF2-40B4-BE49-F238E27FC236}">
                <a16:creationId xmlns:a16="http://schemas.microsoft.com/office/drawing/2014/main" id="{30C01C4C-F76F-A4BF-451A-035C7EF584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5639" y="0"/>
            <a:ext cx="121807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5842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line, Subheadlin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40CC45-5BB3-D4BB-4386-00A28C67F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Headline</a:t>
            </a:r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1A884BEC-F782-09CD-70B3-BD938DD7F0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3" y="1238400"/>
            <a:ext cx="11090276" cy="431800"/>
          </a:xfr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en-US" noProof="0" err="1"/>
              <a:t>Subheadline</a:t>
            </a:r>
            <a:endParaRPr lang="en-US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CDD3E2F-3339-7493-EAD2-BE26BAFB8026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noProof="0"/>
              <a:t>Text</a:t>
            </a:r>
          </a:p>
          <a:p>
            <a:pPr lvl="1"/>
            <a:r>
              <a:rPr lang="en-US" noProof="0"/>
              <a:t>Text</a:t>
            </a:r>
          </a:p>
          <a:p>
            <a:pPr lvl="2"/>
            <a:r>
              <a:rPr lang="en-US" noProof="0"/>
              <a:t>Text</a:t>
            </a:r>
          </a:p>
          <a:p>
            <a:pPr lvl="3"/>
            <a:r>
              <a:rPr lang="en-US" noProof="0"/>
              <a:t>Text</a:t>
            </a:r>
          </a:p>
          <a:p>
            <a:pPr lvl="4"/>
            <a:r>
              <a:rPr lang="en-US" noProof="0"/>
              <a:t>Text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2DBB5BA-9013-B0D6-151D-45343668C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F0D16F3-D262-6FB2-3882-55CD4D598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5645EA5-DB06-7F61-3ADC-0D1839BEF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6" name="Textplatzhalter 14">
            <a:extLst>
              <a:ext uri="{FF2B5EF4-FFF2-40B4-BE49-F238E27FC236}">
                <a16:creationId xmlns:a16="http://schemas.microsoft.com/office/drawing/2014/main" id="{20CA0F59-D99C-FB8E-0F0B-45D6A0C47E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indent="0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  <p:pic>
        <p:nvPicPr>
          <p:cNvPr id="5" name="Grafik 4" descr="Ein Bild, das Schwarz, Dunkelheit, Screenshot enthält.&#10;&#10;KI-generierte Inhalte können fehlerhaft sein.">
            <a:extLst>
              <a:ext uri="{FF2B5EF4-FFF2-40B4-BE49-F238E27FC236}">
                <a16:creationId xmlns:a16="http://schemas.microsoft.com/office/drawing/2014/main" id="{44EF7E20-407F-7C90-D63F-4F4B30056A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 flipH="1">
            <a:off x="5639" y="0"/>
            <a:ext cx="121807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7750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Subheadline, 2-Column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Schwarz, Dunkelheit, Screenshot enthält.&#10;&#10;KI-generierte Inhalte können fehlerhaft sein.">
            <a:extLst>
              <a:ext uri="{FF2B5EF4-FFF2-40B4-BE49-F238E27FC236}">
                <a16:creationId xmlns:a16="http://schemas.microsoft.com/office/drawing/2014/main" id="{3B62EA0E-C549-5D41-14B1-681A106475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5639" y="0"/>
            <a:ext cx="12180722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D2FC23C-30B1-C36A-9D66-7847B0D8F3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626400"/>
            <a:ext cx="11090276" cy="1044116"/>
          </a:xfrm>
        </p:spPr>
        <p:txBody>
          <a:bodyPr/>
          <a:lstStyle/>
          <a:p>
            <a:r>
              <a:rPr lang="en-US" noProof="0"/>
              <a:t>Headline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CCE43BAA-3DB8-F178-7815-4B5D07DA0E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5" y="1238400"/>
            <a:ext cx="11090272" cy="431800"/>
          </a:xfr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en-US" noProof="0" err="1"/>
              <a:t>Subheadline</a:t>
            </a:r>
            <a:endParaRPr lang="en-US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E3A406-50A9-2EE1-4814-6C6EE894C2A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3" y="1952625"/>
            <a:ext cx="5437187" cy="4140200"/>
          </a:xfrm>
        </p:spPr>
        <p:txBody>
          <a:bodyPr/>
          <a:lstStyle/>
          <a:p>
            <a:pPr lvl="0"/>
            <a:r>
              <a:rPr lang="en-US" noProof="0"/>
              <a:t>Text</a:t>
            </a:r>
          </a:p>
          <a:p>
            <a:pPr lvl="1"/>
            <a:r>
              <a:rPr lang="en-US" noProof="0"/>
              <a:t>Text</a:t>
            </a:r>
          </a:p>
          <a:p>
            <a:pPr lvl="2"/>
            <a:r>
              <a:rPr lang="en-US" noProof="0"/>
              <a:t>Text</a:t>
            </a:r>
          </a:p>
          <a:p>
            <a:pPr lvl="3"/>
            <a:r>
              <a:rPr lang="en-US" noProof="0"/>
              <a:t>Text</a:t>
            </a:r>
          </a:p>
          <a:p>
            <a:pPr lvl="4"/>
            <a:r>
              <a:rPr lang="en-US" noProof="0"/>
              <a:t>Text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42D913D-A961-2F6A-6D15-7BC9FFCD614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03951" y="1952625"/>
            <a:ext cx="5437186" cy="4140200"/>
          </a:xfrm>
        </p:spPr>
        <p:txBody>
          <a:bodyPr/>
          <a:lstStyle/>
          <a:p>
            <a:pPr lvl="0"/>
            <a:r>
              <a:rPr lang="en-US" noProof="0"/>
              <a:t>Text</a:t>
            </a:r>
          </a:p>
          <a:p>
            <a:pPr lvl="1"/>
            <a:r>
              <a:rPr lang="en-US" noProof="0"/>
              <a:t>Text</a:t>
            </a:r>
          </a:p>
          <a:p>
            <a:pPr lvl="2"/>
            <a:r>
              <a:rPr lang="en-US" noProof="0"/>
              <a:t>Text</a:t>
            </a:r>
          </a:p>
          <a:p>
            <a:pPr lvl="3"/>
            <a:r>
              <a:rPr lang="en-US" noProof="0"/>
              <a:t>Text</a:t>
            </a:r>
          </a:p>
          <a:p>
            <a:pPr lvl="4"/>
            <a:r>
              <a:rPr lang="en-US" noProof="0"/>
              <a:t>Text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734567CE-2F6F-08C1-AC99-35136365D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57F73859-00BB-C83A-D0AD-BFBD37488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5C7AA773-FA76-9E33-F9BE-59772F5F0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7" name="Textplatzhalter 14">
            <a:extLst>
              <a:ext uri="{FF2B5EF4-FFF2-40B4-BE49-F238E27FC236}">
                <a16:creationId xmlns:a16="http://schemas.microsoft.com/office/drawing/2014/main" id="{C051D329-B011-B470-1577-0FE0BA0739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5" y="6093296"/>
            <a:ext cx="11090272" cy="215900"/>
          </a:xfrm>
        </p:spPr>
        <p:txBody>
          <a:bodyPr tIns="0" anchor="b" anchorCtr="0"/>
          <a:lstStyle>
            <a:lvl1pPr marL="0" indent="0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02822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line, Subheadline, 2-Column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Schwarz, Dunkelheit, Screenshot enthält.&#10;&#10;KI-generierte Inhalte können fehlerhaft sein.">
            <a:extLst>
              <a:ext uri="{FF2B5EF4-FFF2-40B4-BE49-F238E27FC236}">
                <a16:creationId xmlns:a16="http://schemas.microsoft.com/office/drawing/2014/main" id="{AFEEE8C8-E464-6A69-B261-71257321DB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 flipH="1">
            <a:off x="5639" y="0"/>
            <a:ext cx="12180722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D2FC23C-30B1-C36A-9D66-7847B0D8F3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626400"/>
            <a:ext cx="11090276" cy="1044116"/>
          </a:xfrm>
        </p:spPr>
        <p:txBody>
          <a:bodyPr/>
          <a:lstStyle/>
          <a:p>
            <a:r>
              <a:rPr lang="en-US" noProof="0"/>
              <a:t>Headline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CCE43BAA-3DB8-F178-7815-4B5D07DA0E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5" y="1238400"/>
            <a:ext cx="11090272" cy="431800"/>
          </a:xfr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en-US" noProof="0" err="1"/>
              <a:t>Subheadline</a:t>
            </a:r>
            <a:endParaRPr lang="en-US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E3A406-50A9-2EE1-4814-6C6EE894C2A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3" y="1952625"/>
            <a:ext cx="5437187" cy="4140200"/>
          </a:xfrm>
        </p:spPr>
        <p:txBody>
          <a:bodyPr/>
          <a:lstStyle/>
          <a:p>
            <a:pPr lvl="0"/>
            <a:r>
              <a:rPr lang="en-US" noProof="0"/>
              <a:t>Text</a:t>
            </a:r>
          </a:p>
          <a:p>
            <a:pPr lvl="1"/>
            <a:r>
              <a:rPr lang="en-US" noProof="0"/>
              <a:t>Text</a:t>
            </a:r>
          </a:p>
          <a:p>
            <a:pPr lvl="2"/>
            <a:r>
              <a:rPr lang="en-US" noProof="0"/>
              <a:t>Text</a:t>
            </a:r>
          </a:p>
          <a:p>
            <a:pPr lvl="3"/>
            <a:r>
              <a:rPr lang="en-US" noProof="0"/>
              <a:t>Text</a:t>
            </a:r>
          </a:p>
          <a:p>
            <a:pPr lvl="4"/>
            <a:r>
              <a:rPr lang="en-US" noProof="0"/>
              <a:t>Text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42D913D-A961-2F6A-6D15-7BC9FFCD614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03951" y="1952625"/>
            <a:ext cx="5437186" cy="4140200"/>
          </a:xfrm>
        </p:spPr>
        <p:txBody>
          <a:bodyPr/>
          <a:lstStyle/>
          <a:p>
            <a:pPr lvl="0"/>
            <a:r>
              <a:rPr lang="en-US" noProof="0"/>
              <a:t>Text</a:t>
            </a:r>
          </a:p>
          <a:p>
            <a:pPr lvl="1"/>
            <a:r>
              <a:rPr lang="en-US" noProof="0"/>
              <a:t>Text</a:t>
            </a:r>
          </a:p>
          <a:p>
            <a:pPr lvl="2"/>
            <a:r>
              <a:rPr lang="en-US" noProof="0"/>
              <a:t>Text</a:t>
            </a:r>
          </a:p>
          <a:p>
            <a:pPr lvl="3"/>
            <a:r>
              <a:rPr lang="en-US" noProof="0"/>
              <a:t>Text</a:t>
            </a:r>
          </a:p>
          <a:p>
            <a:pPr lvl="4"/>
            <a:r>
              <a:rPr lang="en-US" noProof="0"/>
              <a:t>Text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734567CE-2F6F-08C1-AC99-35136365D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57F73859-00BB-C83A-D0AD-BFBD37488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5C7AA773-FA76-9E33-F9BE-59772F5F0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7" name="Textplatzhalter 14">
            <a:extLst>
              <a:ext uri="{FF2B5EF4-FFF2-40B4-BE49-F238E27FC236}">
                <a16:creationId xmlns:a16="http://schemas.microsoft.com/office/drawing/2014/main" id="{C051D329-B011-B470-1577-0FE0BA0739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5" y="6093296"/>
            <a:ext cx="11090272" cy="215900"/>
          </a:xfrm>
        </p:spPr>
        <p:txBody>
          <a:bodyPr tIns="0" anchor="b" anchorCtr="0"/>
          <a:lstStyle>
            <a:lvl1pPr marL="0" indent="0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4315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Content,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40CC45-5BB3-D4BB-4386-00A28C67F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765179"/>
            <a:ext cx="3960812" cy="2451600"/>
          </a:xfrm>
        </p:spPr>
        <p:txBody>
          <a:bodyPr anchor="b" anchorCtr="0"/>
          <a:lstStyle/>
          <a:p>
            <a:r>
              <a:rPr lang="en-US" noProof="0"/>
              <a:t>Headline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8DA90331-2CCF-DD3F-A1AC-7F57B9449C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864" y="3538800"/>
            <a:ext cx="3960812" cy="2554021"/>
          </a:xfrm>
        </p:spPr>
        <p:txBody>
          <a:bodyPr/>
          <a:lstStyle/>
          <a:p>
            <a:pPr lvl="0"/>
            <a:r>
              <a:rPr lang="en-US" noProof="0"/>
              <a:t>Text</a:t>
            </a:r>
          </a:p>
          <a:p>
            <a:pPr lvl="1"/>
            <a:r>
              <a:rPr lang="en-US" noProof="0"/>
              <a:t>Text</a:t>
            </a:r>
          </a:p>
          <a:p>
            <a:pPr lvl="2"/>
            <a:r>
              <a:rPr lang="en-US" noProof="0"/>
              <a:t>Text</a:t>
            </a:r>
          </a:p>
          <a:p>
            <a:pPr lvl="3"/>
            <a:r>
              <a:rPr lang="en-US" noProof="0"/>
              <a:t>Text</a:t>
            </a:r>
          </a:p>
          <a:p>
            <a:pPr lvl="4"/>
            <a:r>
              <a:rPr lang="en-US" noProof="0"/>
              <a:t>Text</a:t>
            </a:r>
          </a:p>
        </p:txBody>
      </p:sp>
      <p:sp>
        <p:nvSpPr>
          <p:cNvPr id="3" name="Bildplatzhalter 8">
            <a:extLst>
              <a:ext uri="{FF2B5EF4-FFF2-40B4-BE49-F238E27FC236}">
                <a16:creationId xmlns:a16="http://schemas.microsoft.com/office/drawing/2014/main" id="{9D566279-8C9E-BD80-AF75-8B0D30E19FB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08550" y="765168"/>
            <a:ext cx="7283450" cy="5328128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2DBB5BA-9013-B0D6-151D-45343668C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F0D16F3-D262-6FB2-3882-55CD4D598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5645EA5-DB06-7F61-3ADC-0D1839BEF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11" name="Textplatzhalter 14">
            <a:extLst>
              <a:ext uri="{FF2B5EF4-FFF2-40B4-BE49-F238E27FC236}">
                <a16:creationId xmlns:a16="http://schemas.microsoft.com/office/drawing/2014/main" id="{11895ACA-B7B5-733E-445F-0BE0885E348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indent="0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  <p:pic>
        <p:nvPicPr>
          <p:cNvPr id="4" name="Grafik 3" descr="Ein Bild, das Schwarz, Dunkelheit, Screenshot enthält.&#10;&#10;KI-generierte Inhalte können fehlerhaft sein.">
            <a:extLst>
              <a:ext uri="{FF2B5EF4-FFF2-40B4-BE49-F238E27FC236}">
                <a16:creationId xmlns:a16="http://schemas.microsoft.com/office/drawing/2014/main" id="{24648016-5603-F011-8ECF-68991045D1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5639" y="0"/>
            <a:ext cx="121807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3699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line, Content,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Schwarz, Dunkelheit, Screenshot enthält.&#10;&#10;KI-generierte Inhalte können fehlerhaft sein.">
            <a:extLst>
              <a:ext uri="{FF2B5EF4-FFF2-40B4-BE49-F238E27FC236}">
                <a16:creationId xmlns:a16="http://schemas.microsoft.com/office/drawing/2014/main" id="{5522674E-95B0-60F4-470C-059EF32623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 flipH="1">
            <a:off x="5639" y="0"/>
            <a:ext cx="12180722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E40CC45-5BB3-D4BB-4386-00A28C67F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765179"/>
            <a:ext cx="3960812" cy="2451600"/>
          </a:xfrm>
        </p:spPr>
        <p:txBody>
          <a:bodyPr anchor="b" anchorCtr="0"/>
          <a:lstStyle/>
          <a:p>
            <a:r>
              <a:rPr lang="en-US" noProof="0"/>
              <a:t>Headline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8DA90331-2CCF-DD3F-A1AC-7F57B9449C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864" y="3538800"/>
            <a:ext cx="3960812" cy="2554021"/>
          </a:xfrm>
        </p:spPr>
        <p:txBody>
          <a:bodyPr/>
          <a:lstStyle/>
          <a:p>
            <a:pPr lvl="0"/>
            <a:r>
              <a:rPr lang="en-US" noProof="0"/>
              <a:t>Text</a:t>
            </a:r>
          </a:p>
          <a:p>
            <a:pPr lvl="1"/>
            <a:r>
              <a:rPr lang="en-US" noProof="0"/>
              <a:t>Text</a:t>
            </a:r>
          </a:p>
          <a:p>
            <a:pPr lvl="2"/>
            <a:r>
              <a:rPr lang="en-US" noProof="0"/>
              <a:t>Text</a:t>
            </a:r>
          </a:p>
          <a:p>
            <a:pPr lvl="3"/>
            <a:r>
              <a:rPr lang="en-US" noProof="0"/>
              <a:t>Text</a:t>
            </a:r>
          </a:p>
          <a:p>
            <a:pPr lvl="4"/>
            <a:r>
              <a:rPr lang="en-US" noProof="0"/>
              <a:t>Text</a:t>
            </a:r>
          </a:p>
        </p:txBody>
      </p:sp>
      <p:sp>
        <p:nvSpPr>
          <p:cNvPr id="3" name="Bildplatzhalter 8">
            <a:extLst>
              <a:ext uri="{FF2B5EF4-FFF2-40B4-BE49-F238E27FC236}">
                <a16:creationId xmlns:a16="http://schemas.microsoft.com/office/drawing/2014/main" id="{9D566279-8C9E-BD80-AF75-8B0D30E19FB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08550" y="765168"/>
            <a:ext cx="7283450" cy="5328128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2DBB5BA-9013-B0D6-151D-45343668C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F0D16F3-D262-6FB2-3882-55CD4D598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5645EA5-DB06-7F61-3ADC-0D1839BEF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11" name="Textplatzhalter 14">
            <a:extLst>
              <a:ext uri="{FF2B5EF4-FFF2-40B4-BE49-F238E27FC236}">
                <a16:creationId xmlns:a16="http://schemas.microsoft.com/office/drawing/2014/main" id="{11895ACA-B7B5-733E-445F-0BE0885E348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indent="0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82266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3-Column Content,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624189"/>
            <a:ext cx="11090274" cy="104352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5" name="Bildplatzhalter 8">
            <a:extLst>
              <a:ext uri="{FF2B5EF4-FFF2-40B4-BE49-F238E27FC236}">
                <a16:creationId xmlns:a16="http://schemas.microsoft.com/office/drawing/2014/main" id="{71B94741-FA8E-AD98-6287-14DEDD0B5D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7738" y="2349500"/>
            <a:ext cx="3168650" cy="1979613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8" name="Bildplatzhalter 8">
            <a:extLst>
              <a:ext uri="{FF2B5EF4-FFF2-40B4-BE49-F238E27FC236}">
                <a16:creationId xmlns:a16="http://schemas.microsoft.com/office/drawing/2014/main" id="{B27D638E-4435-A478-6B8E-70A5172A858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11546" y="2349500"/>
            <a:ext cx="3170652" cy="1979613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0" name="Bildplatzhalter 8">
            <a:extLst>
              <a:ext uri="{FF2B5EF4-FFF2-40B4-BE49-F238E27FC236}">
                <a16:creationId xmlns:a16="http://schemas.microsoft.com/office/drawing/2014/main" id="{FCE94595-516A-C517-658F-8303D18CD71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75612" y="2349500"/>
            <a:ext cx="3170652" cy="1979613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D6E8D947-0657-6051-699B-3EB86C4ACE5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0862" y="6093296"/>
            <a:ext cx="11090278" cy="215900"/>
          </a:xfrm>
        </p:spPr>
        <p:txBody>
          <a:bodyPr tIns="0" anchor="b" anchorCtr="0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  <p:sp>
        <p:nvSpPr>
          <p:cNvPr id="3" name="Textplatzhalter 12">
            <a:extLst>
              <a:ext uri="{FF2B5EF4-FFF2-40B4-BE49-F238E27FC236}">
                <a16:creationId xmlns:a16="http://schemas.microsoft.com/office/drawing/2014/main" id="{60634671-C601-440F-31A7-06439D45421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6836" y="4567779"/>
            <a:ext cx="3159552" cy="1355184"/>
          </a:xfrm>
        </p:spPr>
        <p:txBody>
          <a:bodyPr/>
          <a:lstStyle>
            <a:lvl1pPr marL="0" indent="0" algn="l">
              <a:spcAft>
                <a:spcPts val="300"/>
              </a:spcAft>
              <a:buFontTx/>
              <a:buNone/>
              <a:defRPr sz="1200"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Text</a:t>
            </a:r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6687B483-ECD5-86F5-5695-7CC2C9B4C72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11546" y="4567779"/>
            <a:ext cx="3159552" cy="1355184"/>
          </a:xfrm>
        </p:spPr>
        <p:txBody>
          <a:bodyPr/>
          <a:lstStyle>
            <a:lvl1pPr marL="0" indent="0" algn="l">
              <a:spcAft>
                <a:spcPts val="300"/>
              </a:spcAft>
              <a:buFontTx/>
              <a:buNone/>
              <a:defRPr sz="1200"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Text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E0CBAFFD-28FA-4303-5F61-BBEEDFEC1D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81162" y="4567779"/>
            <a:ext cx="3159552" cy="1355184"/>
          </a:xfrm>
        </p:spPr>
        <p:txBody>
          <a:bodyPr/>
          <a:lstStyle>
            <a:lvl1pPr marL="0" indent="0" algn="l">
              <a:spcAft>
                <a:spcPts val="300"/>
              </a:spcAft>
              <a:buFontTx/>
              <a:buNone/>
              <a:defRPr sz="1200"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Text</a:t>
            </a:r>
          </a:p>
        </p:txBody>
      </p:sp>
      <p:pic>
        <p:nvPicPr>
          <p:cNvPr id="4" name="Grafik 3" descr="Ein Bild, das Screenshot, Schwarz, Dunkelheit, Kunst enthält.&#10;&#10;KI-generierte Inhalte können fehlerhaft sein.">
            <a:extLst>
              <a:ext uri="{FF2B5EF4-FFF2-40B4-BE49-F238E27FC236}">
                <a16:creationId xmlns:a16="http://schemas.microsoft.com/office/drawing/2014/main" id="{50218BF8-F252-8CF4-DC54-7CD3A43769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210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Content,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Screenshot, Schwarz, Dunkelheit, Kunst enthält.&#10;&#10;KI-generierte Inhalte können fehlerhaft sein.">
            <a:extLst>
              <a:ext uri="{FF2B5EF4-FFF2-40B4-BE49-F238E27FC236}">
                <a16:creationId xmlns:a16="http://schemas.microsoft.com/office/drawing/2014/main" id="{2B66C406-5BAD-FE31-18C7-E93AE4233E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E40CC45-5BB3-D4BB-4386-00A28C67F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765179"/>
            <a:ext cx="3960812" cy="2451600"/>
          </a:xfrm>
        </p:spPr>
        <p:txBody>
          <a:bodyPr anchor="b" anchorCtr="0"/>
          <a:lstStyle/>
          <a:p>
            <a:r>
              <a:rPr lang="en-US" noProof="0"/>
              <a:t>Headline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8DA90331-2CCF-DD3F-A1AC-7F57B9449C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864" y="3538800"/>
            <a:ext cx="3960812" cy="2554496"/>
          </a:xfrm>
        </p:spPr>
        <p:txBody>
          <a:bodyPr/>
          <a:lstStyle/>
          <a:p>
            <a:pPr lvl="0"/>
            <a:r>
              <a:rPr lang="en-US" noProof="0"/>
              <a:t>Text</a:t>
            </a:r>
          </a:p>
          <a:p>
            <a:pPr lvl="1"/>
            <a:r>
              <a:rPr lang="en-US" noProof="0"/>
              <a:t>Text</a:t>
            </a:r>
          </a:p>
          <a:p>
            <a:pPr lvl="2"/>
            <a:r>
              <a:rPr lang="en-US" noProof="0"/>
              <a:t>Text</a:t>
            </a:r>
          </a:p>
          <a:p>
            <a:pPr lvl="3"/>
            <a:r>
              <a:rPr lang="en-US" noProof="0"/>
              <a:t>Text</a:t>
            </a:r>
          </a:p>
          <a:p>
            <a:pPr lvl="4"/>
            <a:r>
              <a:rPr lang="en-US" noProof="0"/>
              <a:t>Text</a:t>
            </a:r>
          </a:p>
        </p:txBody>
      </p:sp>
      <p:sp>
        <p:nvSpPr>
          <p:cNvPr id="3" name="Bildplatzhalter 8">
            <a:extLst>
              <a:ext uri="{FF2B5EF4-FFF2-40B4-BE49-F238E27FC236}">
                <a16:creationId xmlns:a16="http://schemas.microsoft.com/office/drawing/2014/main" id="{9D566279-8C9E-BD80-AF75-8B0D30E19FB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62075" y="765174"/>
            <a:ext cx="3379062" cy="23688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7D362CCF-334C-BC73-662E-97605CA84F2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262814" y="3319670"/>
            <a:ext cx="3162424" cy="23688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AE9BF08F-1BDA-20F5-1CEA-33A173A1039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908549" y="1952624"/>
            <a:ext cx="3167063" cy="2367329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5" name="Bildplatzhalter 8">
            <a:extLst>
              <a:ext uri="{FF2B5EF4-FFF2-40B4-BE49-F238E27FC236}">
                <a16:creationId xmlns:a16="http://schemas.microsoft.com/office/drawing/2014/main" id="{FAE9215A-DE78-CAF3-B946-BA71293756E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700713" y="4505648"/>
            <a:ext cx="2378112" cy="1803077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2DBB5BA-9013-B0D6-151D-45343668C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F0D16F3-D262-6FB2-3882-55CD4D598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5645EA5-DB06-7F61-3ADC-0D1839BEF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F516404A-9047-2372-37B7-07728221B6D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4" y="6093296"/>
            <a:ext cx="11090274" cy="215900"/>
          </a:xfrm>
        </p:spPr>
        <p:txBody>
          <a:bodyPr tIns="0" anchor="b" anchorCtr="0"/>
          <a:lstStyle>
            <a:lvl1pPr marL="0" indent="0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6184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5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Screenshot, Schwarz, Dunkelheit, Kunst enthält.&#10;&#10;KI-generierte Inhalte können fehlerhaft sein.">
            <a:extLst>
              <a:ext uri="{FF2B5EF4-FFF2-40B4-BE49-F238E27FC236}">
                <a16:creationId xmlns:a16="http://schemas.microsoft.com/office/drawing/2014/main" id="{90C48EE3-AA60-ABF9-CC7C-ECDD251D71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76672"/>
            <a:ext cx="11090274" cy="504056"/>
          </a:xfrm>
        </p:spPr>
        <p:txBody>
          <a:bodyPr/>
          <a:lstStyle>
            <a:lvl1pPr algn="ctr">
              <a:defRPr sz="2400"/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50E6167C-B6E6-3933-61B5-678C1D4025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699956" y="1369570"/>
            <a:ext cx="2177656" cy="2377054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36AD9E45-7AB1-C1A4-E24A-830B6F88B03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343472" y="1670051"/>
            <a:ext cx="4158484" cy="2076574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925E44AF-33D8-AE6A-E6D5-6CE0007A33A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699956" y="3933823"/>
            <a:ext cx="4032448" cy="2159001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F87A7FD7-B764-1B1A-BD5B-6B14DC84C0F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075612" y="2198452"/>
            <a:ext cx="2772915" cy="1548172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D478357F-2CB3-20A0-079E-5EF6941C55F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135188" y="3933824"/>
            <a:ext cx="3367524" cy="1781614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</p:spTree>
    <p:extLst>
      <p:ext uri="{BB962C8B-B14F-4D97-AF65-F5344CB8AC3E}">
        <p14:creationId xmlns:p14="http://schemas.microsoft.com/office/powerpoint/2010/main" val="35615752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: Headline &amp; 1 Picture Ea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Screenshot, Schwarz, Dunkelheit, Kunst enthält.&#10;&#10;KI-generierte Inhalte können fehlerhaft sein.">
            <a:extLst>
              <a:ext uri="{FF2B5EF4-FFF2-40B4-BE49-F238E27FC236}">
                <a16:creationId xmlns:a16="http://schemas.microsoft.com/office/drawing/2014/main" id="{9E771FA7-C802-7194-DC35-F70FB4D931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0" name="Textplatzhalter 12">
            <a:extLst>
              <a:ext uri="{FF2B5EF4-FFF2-40B4-BE49-F238E27FC236}">
                <a16:creationId xmlns:a16="http://schemas.microsoft.com/office/drawing/2014/main" id="{99AD18BA-1A87-7C92-DA53-464F4EC2E6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7741" y="765175"/>
            <a:ext cx="4752972" cy="796715"/>
          </a:xfrm>
        </p:spPr>
        <p:txBody>
          <a:bodyPr/>
          <a:lstStyle>
            <a:lvl1pPr marL="0" indent="0" algn="ctr">
              <a:lnSpc>
                <a:spcPct val="95000"/>
              </a:lnSpc>
              <a:buNone/>
              <a:defRPr sz="2400">
                <a:latin typeface="+mj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en-US" noProof="0"/>
              <a:t>Headline</a:t>
            </a:r>
          </a:p>
        </p:txBody>
      </p:sp>
      <p:sp>
        <p:nvSpPr>
          <p:cNvPr id="31" name="Textplatzhalter 12">
            <a:extLst>
              <a:ext uri="{FF2B5EF4-FFF2-40B4-BE49-F238E27FC236}">
                <a16:creationId xmlns:a16="http://schemas.microsoft.com/office/drawing/2014/main" id="{B32547A2-4110-CBE0-599E-08D828A7BFF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92043" y="765175"/>
            <a:ext cx="4752213" cy="796715"/>
          </a:xfrm>
        </p:spPr>
        <p:txBody>
          <a:bodyPr/>
          <a:lstStyle>
            <a:lvl1pPr marL="0" indent="0" algn="ctr">
              <a:lnSpc>
                <a:spcPct val="95000"/>
              </a:lnSpc>
              <a:buNone/>
              <a:defRPr sz="2400">
                <a:latin typeface="+mj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en-US" noProof="0"/>
              <a:t>Headline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13" name="Textplatzhalter 14">
            <a:extLst>
              <a:ext uri="{FF2B5EF4-FFF2-40B4-BE49-F238E27FC236}">
                <a16:creationId xmlns:a16="http://schemas.microsoft.com/office/drawing/2014/main" id="{36BD2706-A0D3-0729-4EEF-F09B70FAAE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6764" y="6093296"/>
            <a:ext cx="10658474" cy="215900"/>
          </a:xfrm>
        </p:spPr>
        <p:txBody>
          <a:bodyPr tIns="0" anchor="b" anchorCtr="0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  <p:sp>
        <p:nvSpPr>
          <p:cNvPr id="24" name="Bildplatzhalter 8">
            <a:extLst>
              <a:ext uri="{FF2B5EF4-FFF2-40B4-BE49-F238E27FC236}">
                <a16:creationId xmlns:a16="http://schemas.microsoft.com/office/drawing/2014/main" id="{7E8FCF70-7C51-5A8F-5087-FDCA2F5037B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47740" y="1670050"/>
            <a:ext cx="4757564" cy="3846513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6" name="Bildplatzhalter 8">
            <a:extLst>
              <a:ext uri="{FF2B5EF4-FFF2-40B4-BE49-F238E27FC236}">
                <a16:creationId xmlns:a16="http://schemas.microsoft.com/office/drawing/2014/main" id="{A980F3E3-503E-5AA4-CC85-9B92556397A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492043" y="1670050"/>
            <a:ext cx="4752213" cy="3846513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07E4C224-97A5-CE10-0370-7393A43CE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6000" y="1670050"/>
            <a:ext cx="0" cy="3846513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42558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4-Column Content, 4 Pictur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Schwarz, Dunkelheit, Screenshot enthält.&#10;&#10;KI-generierte Inhalte können fehlerhaft sein.">
            <a:extLst>
              <a:ext uri="{FF2B5EF4-FFF2-40B4-BE49-F238E27FC236}">
                <a16:creationId xmlns:a16="http://schemas.microsoft.com/office/drawing/2014/main" id="{2331996F-68D9-FDD4-256A-09DF49C96B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5639" y="0"/>
            <a:ext cx="12180722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6764" y="626400"/>
            <a:ext cx="10658472" cy="1044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5" name="Bildplatzhalter 8">
            <a:extLst>
              <a:ext uri="{FF2B5EF4-FFF2-40B4-BE49-F238E27FC236}">
                <a16:creationId xmlns:a16="http://schemas.microsoft.com/office/drawing/2014/main" id="{71B94741-FA8E-AD98-6287-14DEDD0B5D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7426" y="2349499"/>
            <a:ext cx="2376799" cy="2176901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07373FE8-8EBB-014F-2336-FA034891649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587755" y="2349499"/>
            <a:ext cx="2376799" cy="2176901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969C1FAD-0129-EB3C-2DB1-BACAF43B303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28084" y="2349499"/>
            <a:ext cx="2376799" cy="2176901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6" name="Bildplatzhalter 8">
            <a:extLst>
              <a:ext uri="{FF2B5EF4-FFF2-40B4-BE49-F238E27FC236}">
                <a16:creationId xmlns:a16="http://schemas.microsoft.com/office/drawing/2014/main" id="{A0DB0E4C-E3F5-1DAE-3559-A20A5F7BD8C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868413" y="2349499"/>
            <a:ext cx="2376799" cy="2176901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6E2ADF1C-68FB-5E8B-F4E0-336F7FEE97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66764" y="6093296"/>
            <a:ext cx="10658474" cy="215900"/>
          </a:xfrm>
        </p:spPr>
        <p:txBody>
          <a:bodyPr tIns="0" anchor="b" anchorCtr="0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63F99675-84C1-0262-4664-C82DA16E68E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6836" y="4724400"/>
            <a:ext cx="2367389" cy="1368424"/>
          </a:xfrm>
        </p:spPr>
        <p:txBody>
          <a:bodyPr/>
          <a:lstStyle>
            <a:lvl1pPr marL="0" indent="0" algn="l">
              <a:spcAft>
                <a:spcPts val="300"/>
              </a:spcAft>
              <a:buFontTx/>
              <a:buNone/>
              <a:defRPr sz="1200"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Text</a:t>
            </a:r>
          </a:p>
        </p:txBody>
      </p:sp>
      <p:sp>
        <p:nvSpPr>
          <p:cNvPr id="18" name="Textplatzhalter 12">
            <a:extLst>
              <a:ext uri="{FF2B5EF4-FFF2-40B4-BE49-F238E27FC236}">
                <a16:creationId xmlns:a16="http://schemas.microsoft.com/office/drawing/2014/main" id="{E824360B-E423-B140-CD3C-91EB7AF434C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87755" y="4724400"/>
            <a:ext cx="2367389" cy="1368424"/>
          </a:xfrm>
        </p:spPr>
        <p:txBody>
          <a:bodyPr/>
          <a:lstStyle>
            <a:lvl1pPr marL="0" indent="0" algn="l">
              <a:spcAft>
                <a:spcPts val="300"/>
              </a:spcAft>
              <a:buFontTx/>
              <a:buNone/>
              <a:defRPr sz="1200"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Text</a:t>
            </a:r>
          </a:p>
        </p:txBody>
      </p:sp>
      <p:sp>
        <p:nvSpPr>
          <p:cNvPr id="19" name="Textplatzhalter 12">
            <a:extLst>
              <a:ext uri="{FF2B5EF4-FFF2-40B4-BE49-F238E27FC236}">
                <a16:creationId xmlns:a16="http://schemas.microsoft.com/office/drawing/2014/main" id="{D449BC92-C713-D1F6-938D-72719ED460E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28084" y="4724400"/>
            <a:ext cx="2367389" cy="1368424"/>
          </a:xfrm>
        </p:spPr>
        <p:txBody>
          <a:bodyPr/>
          <a:lstStyle>
            <a:lvl1pPr marL="0" indent="0" algn="l">
              <a:spcAft>
                <a:spcPts val="300"/>
              </a:spcAft>
              <a:buFontTx/>
              <a:buNone/>
              <a:defRPr sz="1200"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Text</a:t>
            </a:r>
          </a:p>
        </p:txBody>
      </p:sp>
      <p:sp>
        <p:nvSpPr>
          <p:cNvPr id="20" name="Textplatzhalter 12">
            <a:extLst>
              <a:ext uri="{FF2B5EF4-FFF2-40B4-BE49-F238E27FC236}">
                <a16:creationId xmlns:a16="http://schemas.microsoft.com/office/drawing/2014/main" id="{F513D4AB-C2FC-DF2E-4BEE-9880A1E9ED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867775" y="4740322"/>
            <a:ext cx="2367389" cy="1368424"/>
          </a:xfrm>
        </p:spPr>
        <p:txBody>
          <a:bodyPr/>
          <a:lstStyle>
            <a:lvl1pPr marL="0" indent="0" algn="l">
              <a:spcAft>
                <a:spcPts val="300"/>
              </a:spcAft>
              <a:buFontTx/>
              <a:buNone/>
              <a:defRPr sz="1200"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Text</a:t>
            </a:r>
          </a:p>
        </p:txBody>
      </p:sp>
      <p:sp>
        <p:nvSpPr>
          <p:cNvPr id="3" name="Datumsplatzhalter 5">
            <a:extLst>
              <a:ext uri="{FF2B5EF4-FFF2-40B4-BE49-F238E27FC236}">
                <a16:creationId xmlns:a16="http://schemas.microsoft.com/office/drawing/2014/main" id="{EEF1AEA9-E2B8-39C9-1823-05C1EA2C6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863" y="6417344"/>
            <a:ext cx="4752975" cy="179996"/>
          </a:xfrm>
        </p:spPr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8572362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line, 4-Column Content, 4 Pictur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Schwarz, Dunkelheit, Screenshot enthält.&#10;&#10;KI-generierte Inhalte können fehlerhaft sein.">
            <a:extLst>
              <a:ext uri="{FF2B5EF4-FFF2-40B4-BE49-F238E27FC236}">
                <a16:creationId xmlns:a16="http://schemas.microsoft.com/office/drawing/2014/main" id="{26366291-3B8E-9C7C-2DD1-C5DF4CFA1D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 flipH="1">
            <a:off x="5639" y="0"/>
            <a:ext cx="12180722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6764" y="626400"/>
            <a:ext cx="10658472" cy="1044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5" name="Bildplatzhalter 8">
            <a:extLst>
              <a:ext uri="{FF2B5EF4-FFF2-40B4-BE49-F238E27FC236}">
                <a16:creationId xmlns:a16="http://schemas.microsoft.com/office/drawing/2014/main" id="{71B94741-FA8E-AD98-6287-14DEDD0B5D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7426" y="2349499"/>
            <a:ext cx="2376799" cy="2176901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07373FE8-8EBB-014F-2336-FA034891649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587755" y="2349499"/>
            <a:ext cx="2376799" cy="2176901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969C1FAD-0129-EB3C-2DB1-BACAF43B303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28084" y="2349499"/>
            <a:ext cx="2376799" cy="2176901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6" name="Bildplatzhalter 8">
            <a:extLst>
              <a:ext uri="{FF2B5EF4-FFF2-40B4-BE49-F238E27FC236}">
                <a16:creationId xmlns:a16="http://schemas.microsoft.com/office/drawing/2014/main" id="{A0DB0E4C-E3F5-1DAE-3559-A20A5F7BD8C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868413" y="2349499"/>
            <a:ext cx="2376799" cy="2176901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6E2ADF1C-68FB-5E8B-F4E0-336F7FEE97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66764" y="6093296"/>
            <a:ext cx="10658474" cy="215900"/>
          </a:xfrm>
        </p:spPr>
        <p:txBody>
          <a:bodyPr tIns="0" anchor="b" anchorCtr="0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63F99675-84C1-0262-4664-C82DA16E68E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6836" y="4724400"/>
            <a:ext cx="2367389" cy="1368424"/>
          </a:xfrm>
        </p:spPr>
        <p:txBody>
          <a:bodyPr/>
          <a:lstStyle>
            <a:lvl1pPr marL="0" indent="0" algn="l">
              <a:spcAft>
                <a:spcPts val="300"/>
              </a:spcAft>
              <a:buFontTx/>
              <a:buNone/>
              <a:defRPr sz="1200"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Text</a:t>
            </a:r>
          </a:p>
        </p:txBody>
      </p:sp>
      <p:sp>
        <p:nvSpPr>
          <p:cNvPr id="18" name="Textplatzhalter 12">
            <a:extLst>
              <a:ext uri="{FF2B5EF4-FFF2-40B4-BE49-F238E27FC236}">
                <a16:creationId xmlns:a16="http://schemas.microsoft.com/office/drawing/2014/main" id="{E824360B-E423-B140-CD3C-91EB7AF434C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87755" y="4724400"/>
            <a:ext cx="2367389" cy="1368424"/>
          </a:xfrm>
        </p:spPr>
        <p:txBody>
          <a:bodyPr/>
          <a:lstStyle>
            <a:lvl1pPr marL="0" indent="0" algn="l">
              <a:spcAft>
                <a:spcPts val="300"/>
              </a:spcAft>
              <a:buFontTx/>
              <a:buNone/>
              <a:defRPr sz="1200"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Text</a:t>
            </a:r>
          </a:p>
        </p:txBody>
      </p:sp>
      <p:sp>
        <p:nvSpPr>
          <p:cNvPr id="19" name="Textplatzhalter 12">
            <a:extLst>
              <a:ext uri="{FF2B5EF4-FFF2-40B4-BE49-F238E27FC236}">
                <a16:creationId xmlns:a16="http://schemas.microsoft.com/office/drawing/2014/main" id="{D449BC92-C713-D1F6-938D-72719ED460E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28084" y="4724400"/>
            <a:ext cx="2367389" cy="1368424"/>
          </a:xfrm>
        </p:spPr>
        <p:txBody>
          <a:bodyPr/>
          <a:lstStyle>
            <a:lvl1pPr marL="0" indent="0" algn="l">
              <a:spcAft>
                <a:spcPts val="300"/>
              </a:spcAft>
              <a:buFontTx/>
              <a:buNone/>
              <a:defRPr sz="1200"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Text</a:t>
            </a:r>
          </a:p>
        </p:txBody>
      </p:sp>
      <p:sp>
        <p:nvSpPr>
          <p:cNvPr id="20" name="Textplatzhalter 12">
            <a:extLst>
              <a:ext uri="{FF2B5EF4-FFF2-40B4-BE49-F238E27FC236}">
                <a16:creationId xmlns:a16="http://schemas.microsoft.com/office/drawing/2014/main" id="{F513D4AB-C2FC-DF2E-4BEE-9880A1E9ED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867775" y="4740322"/>
            <a:ext cx="2367389" cy="1368424"/>
          </a:xfrm>
        </p:spPr>
        <p:txBody>
          <a:bodyPr/>
          <a:lstStyle>
            <a:lvl1pPr marL="0" indent="0" algn="l">
              <a:spcAft>
                <a:spcPts val="300"/>
              </a:spcAft>
              <a:buFontTx/>
              <a:buNone/>
              <a:defRPr sz="1200"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Text</a:t>
            </a:r>
          </a:p>
        </p:txBody>
      </p:sp>
      <p:sp>
        <p:nvSpPr>
          <p:cNvPr id="3" name="Datumsplatzhalter 5">
            <a:extLst>
              <a:ext uri="{FF2B5EF4-FFF2-40B4-BE49-F238E27FC236}">
                <a16:creationId xmlns:a16="http://schemas.microsoft.com/office/drawing/2014/main" id="{EEF1AEA9-E2B8-39C9-1823-05C1EA2C6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863" y="6417344"/>
            <a:ext cx="4752975" cy="179996"/>
          </a:xfrm>
        </p:spPr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1509629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4-Column Content, 4 Pictur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Schwarz, Dunkelheit, Screenshot enthält.&#10;&#10;KI-generierte Inhalte können fehlerhaft sein.">
            <a:extLst>
              <a:ext uri="{FF2B5EF4-FFF2-40B4-BE49-F238E27FC236}">
                <a16:creationId xmlns:a16="http://schemas.microsoft.com/office/drawing/2014/main" id="{C20D352D-7D20-9723-99EE-8FDE1D65F8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5639" y="0"/>
            <a:ext cx="12180722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6764" y="626400"/>
            <a:ext cx="10658472" cy="1044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5" name="Bildplatzhalter 8">
            <a:extLst>
              <a:ext uri="{FF2B5EF4-FFF2-40B4-BE49-F238E27FC236}">
                <a16:creationId xmlns:a16="http://schemas.microsoft.com/office/drawing/2014/main" id="{71B94741-FA8E-AD98-6287-14DEDD0B5D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46825" y="2353444"/>
            <a:ext cx="2178000" cy="2178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A65F67B3-DAFF-2FC2-B4B5-CB9265C3CEE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687154" y="2353444"/>
            <a:ext cx="2178000" cy="2178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AA90DD17-1AE7-E928-C047-FA59E2E232B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27483" y="2353444"/>
            <a:ext cx="2178000" cy="2178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6" name="Bildplatzhalter 8">
            <a:extLst>
              <a:ext uri="{FF2B5EF4-FFF2-40B4-BE49-F238E27FC236}">
                <a16:creationId xmlns:a16="http://schemas.microsoft.com/office/drawing/2014/main" id="{4C3D264F-7E53-8D10-4E11-121579F6F0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967812" y="2353444"/>
            <a:ext cx="2178000" cy="2178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C5EB138C-B055-CCBF-B6B2-C5097B73B8D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66765" y="6093296"/>
            <a:ext cx="10658472" cy="215900"/>
          </a:xfrm>
        </p:spPr>
        <p:txBody>
          <a:bodyPr tIns="0" anchor="b" anchorCtr="0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  <p:sp>
        <p:nvSpPr>
          <p:cNvPr id="3" name="Textplatzhalter 12">
            <a:extLst>
              <a:ext uri="{FF2B5EF4-FFF2-40B4-BE49-F238E27FC236}">
                <a16:creationId xmlns:a16="http://schemas.microsoft.com/office/drawing/2014/main" id="{462D9757-6357-AA03-09AD-A6033144A7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6836" y="4724400"/>
            <a:ext cx="2367389" cy="1368424"/>
          </a:xfrm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Text</a:t>
            </a:r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589DC20B-B41A-37B4-3482-CF9B7EF9BF3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93816" y="4724400"/>
            <a:ext cx="2367389" cy="1368424"/>
          </a:xfrm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Text</a:t>
            </a:r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85087200-BB63-A3B9-AB53-283A850A6A9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30796" y="4724400"/>
            <a:ext cx="2367389" cy="1368424"/>
          </a:xfrm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Text</a:t>
            </a:r>
          </a:p>
        </p:txBody>
      </p:sp>
      <p:sp>
        <p:nvSpPr>
          <p:cNvPr id="18" name="Textplatzhalter 12">
            <a:extLst>
              <a:ext uri="{FF2B5EF4-FFF2-40B4-BE49-F238E27FC236}">
                <a16:creationId xmlns:a16="http://schemas.microsoft.com/office/drawing/2014/main" id="{8656A0DD-8FAA-297B-7328-06821D1D1EA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867775" y="4724400"/>
            <a:ext cx="2367389" cy="1368424"/>
          </a:xfrm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329797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,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Schwarz, Dunkelheit, Screenshot enthält.&#10;&#10;KI-generierte Inhalte können fehlerhaft sein.">
            <a:extLst>
              <a:ext uri="{FF2B5EF4-FFF2-40B4-BE49-F238E27FC236}">
                <a16:creationId xmlns:a16="http://schemas.microsoft.com/office/drawing/2014/main" id="{57CD6F45-57D1-8796-E090-5D3100B697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 flipH="1">
            <a:off x="5639" y="0"/>
            <a:ext cx="12180722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626400"/>
            <a:ext cx="11090276" cy="1044116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5" name="Bildplatzhalter 8">
            <a:extLst>
              <a:ext uri="{FF2B5EF4-FFF2-40B4-BE49-F238E27FC236}">
                <a16:creationId xmlns:a16="http://schemas.microsoft.com/office/drawing/2014/main" id="{71B94741-FA8E-AD98-6287-14DEDD0B5D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580504" y="2744788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8" name="Bildplatzhalter 8">
            <a:extLst>
              <a:ext uri="{FF2B5EF4-FFF2-40B4-BE49-F238E27FC236}">
                <a16:creationId xmlns:a16="http://schemas.microsoft.com/office/drawing/2014/main" id="{8CC48BF8-62BB-4866-0A81-11A2B441714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20598" y="2744788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0" name="Bildplatzhalter 8">
            <a:extLst>
              <a:ext uri="{FF2B5EF4-FFF2-40B4-BE49-F238E27FC236}">
                <a16:creationId xmlns:a16="http://schemas.microsoft.com/office/drawing/2014/main" id="{9AEDC0FA-3D01-24BD-C566-3B952CF3E31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860447" y="2744788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2" name="Bildplatzhalter 8">
            <a:extLst>
              <a:ext uri="{FF2B5EF4-FFF2-40B4-BE49-F238E27FC236}">
                <a16:creationId xmlns:a16="http://schemas.microsoft.com/office/drawing/2014/main" id="{0BD40D2B-0D78-03B0-B3DF-93D72400583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500539" y="2744788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3" name="Textplatzhalter 14">
            <a:extLst>
              <a:ext uri="{FF2B5EF4-FFF2-40B4-BE49-F238E27FC236}">
                <a16:creationId xmlns:a16="http://schemas.microsoft.com/office/drawing/2014/main" id="{0F53A7DD-D366-32BA-76A7-4F97EC3FCA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50862" y="6093296"/>
            <a:ext cx="11090278" cy="215900"/>
          </a:xfrm>
        </p:spPr>
        <p:txBody>
          <a:bodyPr tIns="0" anchor="b" anchorCtr="0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EF22222B-3826-EE2C-050F-E4A8FF4EDAF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7738" y="3929224"/>
            <a:ext cx="2376489" cy="1187450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Name</a:t>
            </a:r>
          </a:p>
          <a:p>
            <a:pPr lvl="1"/>
            <a:endParaRPr lang="en-US" noProof="0"/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FAEF0D01-E113-02EA-2F5D-BD96674955A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867773" y="3929224"/>
            <a:ext cx="2376489" cy="1187450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Name</a:t>
            </a:r>
          </a:p>
          <a:p>
            <a:pPr lvl="1"/>
            <a:endParaRPr lang="en-US" noProof="0"/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6C6C8259-00C9-5FAA-DB9A-1942CC5B4A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88076" y="3937095"/>
            <a:ext cx="2376000" cy="1187450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Name</a:t>
            </a:r>
          </a:p>
          <a:p>
            <a:pPr lvl="1"/>
            <a:endParaRPr lang="en-US" noProof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99D13F28-3E19-CD8B-FB14-D4E7A69ACB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27925" y="3937095"/>
            <a:ext cx="2376000" cy="1187450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Name</a:t>
            </a:r>
          </a:p>
          <a:p>
            <a:pPr lvl="1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40284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, 9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Schwarz, Dunkelheit, Screenshot enthält.&#10;&#10;KI-generierte Inhalte können fehlerhaft sein.">
            <a:extLst>
              <a:ext uri="{FF2B5EF4-FFF2-40B4-BE49-F238E27FC236}">
                <a16:creationId xmlns:a16="http://schemas.microsoft.com/office/drawing/2014/main" id="{D8F200E1-F0DE-A414-2C39-DE0C7F00BF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 flipH="1">
            <a:off x="5639" y="0"/>
            <a:ext cx="12180722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626400"/>
            <a:ext cx="11090274" cy="1044116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D88D217C-7253-4B71-F7B3-74EF5E32078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5384" y="1760507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4" name="Bildplatzhalter 8">
            <a:extLst>
              <a:ext uri="{FF2B5EF4-FFF2-40B4-BE49-F238E27FC236}">
                <a16:creationId xmlns:a16="http://schemas.microsoft.com/office/drawing/2014/main" id="{7A2B3F89-A35E-67DE-ED8D-4C4E52945D5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262653" y="1760507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6" name="Bildplatzhalter 8">
            <a:extLst>
              <a:ext uri="{FF2B5EF4-FFF2-40B4-BE49-F238E27FC236}">
                <a16:creationId xmlns:a16="http://schemas.microsoft.com/office/drawing/2014/main" id="{BF090B15-4D5E-E084-5194-4D3F45F0734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544728" y="1760507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8" name="Bildplatzhalter 8">
            <a:extLst>
              <a:ext uri="{FF2B5EF4-FFF2-40B4-BE49-F238E27FC236}">
                <a16:creationId xmlns:a16="http://schemas.microsoft.com/office/drawing/2014/main" id="{D2CBE5A4-76C9-4A61-7542-A047D9AA222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7817191" y="1760507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5" name="Bildplatzhalter 8">
            <a:extLst>
              <a:ext uri="{FF2B5EF4-FFF2-40B4-BE49-F238E27FC236}">
                <a16:creationId xmlns:a16="http://schemas.microsoft.com/office/drawing/2014/main" id="{0131E12C-290D-E000-D172-6F64DD4D19C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094460" y="1760507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5" name="Bildplatzhalter 8">
            <a:extLst>
              <a:ext uri="{FF2B5EF4-FFF2-40B4-BE49-F238E27FC236}">
                <a16:creationId xmlns:a16="http://schemas.microsoft.com/office/drawing/2014/main" id="{71B94741-FA8E-AD98-6287-14DEDD0B5D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174035" y="4112421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8" name="Bildplatzhalter 8">
            <a:extLst>
              <a:ext uri="{FF2B5EF4-FFF2-40B4-BE49-F238E27FC236}">
                <a16:creationId xmlns:a16="http://schemas.microsoft.com/office/drawing/2014/main" id="{8CC48BF8-62BB-4866-0A81-11A2B441714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418231" y="4112421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0" name="Bildplatzhalter 8">
            <a:extLst>
              <a:ext uri="{FF2B5EF4-FFF2-40B4-BE49-F238E27FC236}">
                <a16:creationId xmlns:a16="http://schemas.microsoft.com/office/drawing/2014/main" id="{9AEDC0FA-3D01-24BD-C566-3B952CF3E31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662427" y="4112421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2" name="Bildplatzhalter 8">
            <a:extLst>
              <a:ext uri="{FF2B5EF4-FFF2-40B4-BE49-F238E27FC236}">
                <a16:creationId xmlns:a16="http://schemas.microsoft.com/office/drawing/2014/main" id="{0BD40D2B-0D78-03B0-B3DF-93D72400583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906622" y="4112421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99C79B5C-5BD4-F118-D86F-CBB5012135A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50862" y="2960947"/>
            <a:ext cx="1980000" cy="972000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Name</a:t>
            </a:r>
          </a:p>
          <a:p>
            <a:pPr lvl="1"/>
            <a:endParaRPr lang="en-US" noProof="0"/>
          </a:p>
        </p:txBody>
      </p:sp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88AD95D8-46CD-67D9-5DEC-8F40BB8A1C8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828131" y="2960947"/>
            <a:ext cx="1980000" cy="972000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Name</a:t>
            </a:r>
          </a:p>
          <a:p>
            <a:pPr lvl="1"/>
            <a:endParaRPr lang="en-US" noProof="0"/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66D1DF6B-1C30-858C-9DF1-CE3099F9B85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05400" y="2960947"/>
            <a:ext cx="1980000" cy="972000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Name</a:t>
            </a:r>
          </a:p>
          <a:p>
            <a:pPr lvl="1"/>
            <a:endParaRPr lang="en-US" noProof="0"/>
          </a:p>
        </p:txBody>
      </p:sp>
      <p:sp>
        <p:nvSpPr>
          <p:cNvPr id="16" name="Textplatzhalter 12">
            <a:extLst>
              <a:ext uri="{FF2B5EF4-FFF2-40B4-BE49-F238E27FC236}">
                <a16:creationId xmlns:a16="http://schemas.microsoft.com/office/drawing/2014/main" id="{C80022E4-1747-FF7F-07FA-E1598A610A5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82669" y="2960947"/>
            <a:ext cx="1980000" cy="972000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Name</a:t>
            </a:r>
          </a:p>
          <a:p>
            <a:pPr lvl="1"/>
            <a:endParaRPr lang="en-US" noProof="0"/>
          </a:p>
        </p:txBody>
      </p:sp>
      <p:sp>
        <p:nvSpPr>
          <p:cNvPr id="29" name="Textplatzhalter 12">
            <a:extLst>
              <a:ext uri="{FF2B5EF4-FFF2-40B4-BE49-F238E27FC236}">
                <a16:creationId xmlns:a16="http://schemas.microsoft.com/office/drawing/2014/main" id="{248656D4-ECD9-53C3-721D-0599CB1566D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659938" y="2960947"/>
            <a:ext cx="1980000" cy="972000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Name</a:t>
            </a:r>
          </a:p>
          <a:p>
            <a:pPr lvl="1"/>
            <a:endParaRPr lang="en-US" noProof="0"/>
          </a:p>
        </p:txBody>
      </p:sp>
      <p:sp>
        <p:nvSpPr>
          <p:cNvPr id="30" name="Textplatzhalter 12">
            <a:extLst>
              <a:ext uri="{FF2B5EF4-FFF2-40B4-BE49-F238E27FC236}">
                <a16:creationId xmlns:a16="http://schemas.microsoft.com/office/drawing/2014/main" id="{BABD9B58-B287-61C8-D383-37824C7D7EE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739513" y="5331997"/>
            <a:ext cx="1980000" cy="972878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Name</a:t>
            </a:r>
          </a:p>
          <a:p>
            <a:pPr lvl="1"/>
            <a:endParaRPr lang="en-US" noProof="0"/>
          </a:p>
        </p:txBody>
      </p:sp>
      <p:sp>
        <p:nvSpPr>
          <p:cNvPr id="31" name="Textplatzhalter 12">
            <a:extLst>
              <a:ext uri="{FF2B5EF4-FFF2-40B4-BE49-F238E27FC236}">
                <a16:creationId xmlns:a16="http://schemas.microsoft.com/office/drawing/2014/main" id="{68A87BCE-06D1-5422-12AF-7160388C2F0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983709" y="5335847"/>
            <a:ext cx="1980000" cy="972878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Name</a:t>
            </a:r>
          </a:p>
          <a:p>
            <a:pPr lvl="1"/>
            <a:endParaRPr lang="en-US" noProof="0"/>
          </a:p>
        </p:txBody>
      </p:sp>
      <p:sp>
        <p:nvSpPr>
          <p:cNvPr id="32" name="Textplatzhalter 12">
            <a:extLst>
              <a:ext uri="{FF2B5EF4-FFF2-40B4-BE49-F238E27FC236}">
                <a16:creationId xmlns:a16="http://schemas.microsoft.com/office/drawing/2014/main" id="{62E3BCB4-B27A-12E3-82EF-4F567E6CAC9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27905" y="5335847"/>
            <a:ext cx="1980000" cy="972878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Name</a:t>
            </a:r>
          </a:p>
          <a:p>
            <a:pPr lvl="1"/>
            <a:endParaRPr lang="en-US" noProof="0"/>
          </a:p>
        </p:txBody>
      </p:sp>
      <p:sp>
        <p:nvSpPr>
          <p:cNvPr id="33" name="Textplatzhalter 12">
            <a:extLst>
              <a:ext uri="{FF2B5EF4-FFF2-40B4-BE49-F238E27FC236}">
                <a16:creationId xmlns:a16="http://schemas.microsoft.com/office/drawing/2014/main" id="{81BF4AFC-23AC-DB31-B66A-AE24D1C1C64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472100" y="5331997"/>
            <a:ext cx="1980000" cy="972878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Name</a:t>
            </a:r>
          </a:p>
          <a:p>
            <a:pPr lvl="1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391391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// Geteiltes Bild">
    <p:bg bwMode="black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tzhalter für sonstige Stempel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2" name="Platzhalter für Stempel Vertraulichkeit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3" name="Platzhalter für Stempel Klassifizierung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25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2" y="313201"/>
            <a:ext cx="5123890" cy="34056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rgbClr val="FFFFFF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27" name="Bildplatzhalter 8"/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5195900" y="313200"/>
            <a:ext cx="7000900" cy="34056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rgbClr val="FFFFFF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5" name="Untertitel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395286" y="5070362"/>
            <a:ext cx="9396000" cy="756000"/>
          </a:xfrm>
        </p:spPr>
        <p:txBody>
          <a:bodyPr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noProof="0"/>
              <a:t>Zusatztext zur Präsentation 16 </a:t>
            </a:r>
            <a:r>
              <a:rPr lang="de-DE" noProof="0" err="1"/>
              <a:t>pt</a:t>
            </a:r>
            <a:r>
              <a:rPr lang="de-DE" noProof="0"/>
              <a:t>. </a:t>
            </a:r>
            <a:br>
              <a:rPr lang="de-DE" noProof="0"/>
            </a:br>
            <a:r>
              <a:rPr lang="de-DE" noProof="0"/>
              <a:t>Referent, Abteilung, Ort, Datum</a:t>
            </a:r>
          </a:p>
        </p:txBody>
      </p:sp>
      <p:sp>
        <p:nvSpPr>
          <p:cNvPr id="14" name="Titel"/>
          <p:cNvSpPr>
            <a:spLocks noGrp="1"/>
          </p:cNvSpPr>
          <p:nvPr>
            <p:ph type="ctrTitle" hasCustomPrompt="1"/>
          </p:nvPr>
        </p:nvSpPr>
        <p:spPr bwMode="white">
          <a:xfrm>
            <a:off x="395286" y="3848402"/>
            <a:ext cx="9396000" cy="1044000"/>
          </a:xfrm>
        </p:spPr>
        <p:txBody>
          <a:bodyPr/>
          <a:lstStyle>
            <a:lvl1pPr>
              <a:lnSpc>
                <a:spcPct val="100000"/>
              </a:lnSpc>
              <a:defRPr sz="3600" baseline="0"/>
            </a:lvl1pPr>
          </a:lstStyle>
          <a:p>
            <a:r>
              <a:rPr lang="de-DE" noProof="0"/>
              <a:t>Präsentationstitel 36 </a:t>
            </a:r>
            <a:r>
              <a:rPr lang="de-DE" noProof="0" err="1"/>
              <a:t>pt</a:t>
            </a:r>
            <a:r>
              <a:rPr lang="de-DE" noProof="0"/>
              <a:t> über eine Zeile.</a:t>
            </a:r>
            <a:br>
              <a:rPr lang="de-DE" noProof="0"/>
            </a:br>
            <a:r>
              <a:rPr lang="de-DE" noProof="0"/>
              <a:t>Zweite Zeile möglich.</a:t>
            </a:r>
          </a:p>
        </p:txBody>
      </p:sp>
      <p:pic>
        <p:nvPicPr>
          <p:cNvPr id="2" name="Hintergrundbild mit Mercedes Stern und Wortmarke">
            <a:extLst>
              <a:ext uri="{FF2B5EF4-FFF2-40B4-BE49-F238E27FC236}">
                <a16:creationId xmlns:a16="http://schemas.microsoft.com/office/drawing/2014/main" id="{67216E8A-E63C-A287-DF30-4D42B1E324D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" y="0"/>
            <a:ext cx="12193521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69202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648346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16" imgH="216" progId="TCLayout.ActiveDocument.1">
                  <p:embed/>
                </p:oleObj>
              </mc:Choice>
              <mc:Fallback>
                <p:oleObj name="think-cell Slide" r:id="rId4" imgW="216" imgH="216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de-DE" sz="3200" b="0" i="0" baseline="0" err="1">
              <a:solidFill>
                <a:srgbClr val="FFFFFF"/>
              </a:solidFill>
              <a:latin typeface="CorpoA" pitchFamily="2" charset="0"/>
              <a:ea typeface="+mj-ea"/>
              <a:cs typeface="+mj-cs"/>
              <a:sym typeface="CorpoA" pitchFamily="2" charset="0"/>
            </a:endParaRP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081" y="151202"/>
            <a:ext cx="5505133" cy="22027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199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199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199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199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199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199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199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199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199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69570" y="0"/>
            <a:ext cx="935513" cy="306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                                             </a:t>
            </a:r>
          </a:p>
        </p:txBody>
      </p:sp>
      <p:sp>
        <p:nvSpPr>
          <p:cNvPr id="9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0643" y="0"/>
            <a:ext cx="1871026" cy="306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                                             </a:t>
            </a:r>
          </a:p>
        </p:txBody>
      </p:sp>
      <p:sp>
        <p:nvSpPr>
          <p:cNvPr id="10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3631" y="0"/>
            <a:ext cx="1871026" cy="306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                                             </a:t>
            </a:r>
          </a:p>
        </p:txBody>
      </p:sp>
      <p:cxnSp>
        <p:nvCxnSpPr>
          <p:cNvPr id="13" name="Gerader Verbinder 12"/>
          <p:cNvCxnSpPr/>
          <p:nvPr userDrawn="1"/>
        </p:nvCxnSpPr>
        <p:spPr>
          <a:xfrm>
            <a:off x="407368" y="6525344"/>
            <a:ext cx="1141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el 142"/>
          <p:cNvSpPr>
            <a:spLocks noGrp="1"/>
          </p:cNvSpPr>
          <p:nvPr>
            <p:ph type="title" hasCustomPrompt="1"/>
          </p:nvPr>
        </p:nvSpPr>
        <p:spPr>
          <a:xfrm>
            <a:off x="407368" y="398169"/>
            <a:ext cx="10515600" cy="509275"/>
          </a:xfrm>
          <a:prstGeom prst="rect">
            <a:avLst/>
          </a:prstGeom>
        </p:spPr>
        <p:txBody>
          <a:bodyPr/>
          <a:lstStyle>
            <a:lvl1pPr>
              <a:defRPr sz="3200" baseline="0">
                <a:latin typeface="+mj-lt"/>
              </a:defRPr>
            </a:lvl1pPr>
          </a:lstStyle>
          <a:p>
            <a:r>
              <a:rPr lang="de-DE"/>
              <a:t>Headline </a:t>
            </a:r>
            <a:r>
              <a:rPr lang="de-DE" err="1"/>
              <a:t>CorpoA</a:t>
            </a:r>
            <a:r>
              <a:rPr lang="de-DE"/>
              <a:t> (32 </a:t>
            </a:r>
            <a:r>
              <a:rPr lang="de-DE" err="1"/>
              <a:t>pt</a:t>
            </a:r>
            <a:r>
              <a:rPr lang="de-DE"/>
              <a:t>.)</a:t>
            </a:r>
          </a:p>
        </p:txBody>
      </p:sp>
      <p:sp>
        <p:nvSpPr>
          <p:cNvPr id="16" name="Textplatzhalter 147"/>
          <p:cNvSpPr>
            <a:spLocks noGrp="1"/>
          </p:cNvSpPr>
          <p:nvPr>
            <p:ph type="body" sz="quarter" idx="23" hasCustomPrompt="1"/>
          </p:nvPr>
        </p:nvSpPr>
        <p:spPr>
          <a:xfrm>
            <a:off x="523360" y="934137"/>
            <a:ext cx="8919081" cy="414228"/>
          </a:xfrm>
          <a:prstGeom prst="rect">
            <a:avLst/>
          </a:prstGeom>
        </p:spPr>
        <p:txBody>
          <a:bodyPr/>
          <a:lstStyle>
            <a:lvl1pPr>
              <a:defRPr sz="2400" baseline="0">
                <a:latin typeface="+mj-lt"/>
              </a:defRPr>
            </a:lvl1pPr>
          </a:lstStyle>
          <a:p>
            <a:r>
              <a:rPr lang="de-DE" err="1"/>
              <a:t>Subheading</a:t>
            </a:r>
            <a:r>
              <a:rPr lang="de-DE"/>
              <a:t> </a:t>
            </a:r>
            <a:r>
              <a:rPr lang="de-DE" err="1"/>
              <a:t>CorpoA</a:t>
            </a:r>
            <a:r>
              <a:rPr lang="de-DE"/>
              <a:t> (24 </a:t>
            </a:r>
            <a:r>
              <a:rPr lang="de-DE" err="1"/>
              <a:t>pt</a:t>
            </a:r>
            <a:r>
              <a:rPr lang="de-DE"/>
              <a:t>.)</a:t>
            </a:r>
          </a:p>
        </p:txBody>
      </p:sp>
      <p:sp>
        <p:nvSpPr>
          <p:cNvPr id="17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ART Problem &amp; Risk Management - RAM &amp; ReX ART</a:t>
            </a:r>
          </a:p>
        </p:txBody>
      </p:sp>
      <p:sp>
        <p:nvSpPr>
          <p:cNvPr id="14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484000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79046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theme" Target="../theme/theme1.xml"/><Relationship Id="rId32" Type="http://schemas.openxmlformats.org/officeDocument/2006/relationships/image" Target="../media/image1.svg"/><Relationship Id="rId33" Type="http://schemas.openxmlformats.org/officeDocument/2006/relationships/image" Target="../media/image2.png"/><Relationship Id="rId3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6C280C1-5234-4296-7498-6DDA593D5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626400"/>
            <a:ext cx="11090276" cy="104411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Headline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A5031AE-658A-4F0F-5758-12ACBBE255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1" y="1952626"/>
            <a:ext cx="11090276" cy="435657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noProof="0"/>
              <a:t>Text</a:t>
            </a:r>
          </a:p>
          <a:p>
            <a:pPr lvl="1"/>
            <a:r>
              <a:rPr lang="en-US" noProof="0"/>
              <a:t>Text</a:t>
            </a:r>
          </a:p>
          <a:p>
            <a:pPr lvl="2"/>
            <a:r>
              <a:rPr lang="en-US" noProof="0"/>
              <a:t>Text</a:t>
            </a:r>
          </a:p>
          <a:p>
            <a:pPr lvl="3"/>
            <a:r>
              <a:rPr lang="en-US" noProof="0"/>
              <a:t>Text</a:t>
            </a:r>
          </a:p>
          <a:p>
            <a:pPr lvl="4"/>
            <a:r>
              <a:rPr lang="en-US" noProof="0"/>
              <a:t>Text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E7904A0-7D94-0766-7DBE-42AB753C1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417344"/>
            <a:ext cx="4752975" cy="17999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cap="all" spc="15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Chapter</a:t>
            </a:r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940904-1DAD-EE22-4163-7EA05A2C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88162" y="6417356"/>
            <a:ext cx="4752975" cy="17999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cap="all" spc="150" baseline="0">
                <a:solidFill>
                  <a:schemeClr val="tx1"/>
                </a:solidFill>
              </a:defRPr>
            </a:lvl1pPr>
          </a:lstStyle>
          <a:p>
            <a:pPr algn="r"/>
            <a:r>
              <a:rPr lang="en-US" err="1"/>
              <a:t>ReX</a:t>
            </a:r>
            <a:r>
              <a:rPr lang="en-US"/>
              <a:t> ART / 2025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9A77AF-044E-B78C-068E-F58A37481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07968" y="6417344"/>
            <a:ext cx="576064" cy="179996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E8B1CD12-FD39-A8AF-106A-E2AFBB4EC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/>
        </p:blipFill>
        <p:spPr>
          <a:xfrm>
            <a:off x="5548312" y="254645"/>
            <a:ext cx="1095376" cy="125572"/>
          </a:xfrm>
          <a:prstGeom prst="rect">
            <a:avLst/>
          </a:prstGeom>
        </p:spPr>
      </p:pic>
      <p:pic>
        <p:nvPicPr>
          <p:cNvPr id="8" name="Inhaltsplatzhalter 2">
            <a:extLst>
              <a:ext uri="{FF2B5EF4-FFF2-40B4-BE49-F238E27FC236}">
                <a16:creationId xmlns:a16="http://schemas.microsoft.com/office/drawing/2014/main" id="{66A7CE4B-61E2-8145-C096-AB08E5222D55}"/>
              </a:ext>
            </a:extLst>
          </p:cNvPr>
          <p:cNvPicPr>
            <a:picLocks noChangeAspect="1"/>
          </p:cNvPicPr>
          <p:nvPr userDrawn="1"/>
        </p:nvPicPr>
        <p:blipFill>
          <a:blip r:embed="rId33"/>
          <a:srcRect t="105" b="105"/>
          <a:stretch/>
        </p:blipFill>
        <p:spPr>
          <a:xfrm>
            <a:off x="9313312" y="193712"/>
            <a:ext cx="1220716" cy="537930"/>
          </a:xfrm>
          <a:prstGeom prst="rect">
            <a:avLst/>
          </a:prstGeom>
        </p:spPr>
      </p:pic>
      <p:pic>
        <p:nvPicPr>
          <p:cNvPr id="9" name="Picture 8" descr="A blue icons on a black background&#10;&#10;Description automatically generated">
            <a:extLst>
              <a:ext uri="{FF2B5EF4-FFF2-40B4-BE49-F238E27FC236}">
                <a16:creationId xmlns:a16="http://schemas.microsoft.com/office/drawing/2014/main" id="{CC38DBC5-8C33-BE96-9D78-771B890617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89" t="12037" r="7135" b="8781"/>
          <a:stretch/>
        </p:blipFill>
        <p:spPr>
          <a:xfrm>
            <a:off x="10911690" y="191642"/>
            <a:ext cx="1062282" cy="540000"/>
          </a:xfrm>
          <a:prstGeom prst="rect">
            <a:avLst/>
          </a:prstGeom>
        </p:spPr>
      </p:pic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2B4E8BE2-30F2-ED29-43EF-E8D04CE8C679}"/>
              </a:ext>
            </a:extLst>
          </p:cNvPr>
          <p:cNvCxnSpPr>
            <a:cxnSpLocks/>
          </p:cNvCxnSpPr>
          <p:nvPr userDrawn="1"/>
        </p:nvCxnSpPr>
        <p:spPr>
          <a:xfrm>
            <a:off x="10750043" y="252146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6442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06" r:id="rId2"/>
    <p:sldLayoutId id="2147483666" r:id="rId3"/>
    <p:sldLayoutId id="2147483703" r:id="rId4"/>
    <p:sldLayoutId id="2147483669" r:id="rId5"/>
    <p:sldLayoutId id="2147483654" r:id="rId6"/>
    <p:sldLayoutId id="2147483714" r:id="rId7"/>
    <p:sldLayoutId id="2147483656" r:id="rId8"/>
    <p:sldLayoutId id="2147483715" r:id="rId9"/>
    <p:sldLayoutId id="2147483696" r:id="rId10"/>
    <p:sldLayoutId id="2147483710" r:id="rId11"/>
    <p:sldLayoutId id="2147483697" r:id="rId12"/>
    <p:sldLayoutId id="2147483711" r:id="rId13"/>
    <p:sldLayoutId id="2147483650" r:id="rId14"/>
    <p:sldLayoutId id="2147483709" r:id="rId15"/>
    <p:sldLayoutId id="2147483652" r:id="rId16"/>
    <p:sldLayoutId id="2147483716" r:id="rId17"/>
    <p:sldLayoutId id="2147483678" r:id="rId18"/>
    <p:sldLayoutId id="2147483712" r:id="rId19"/>
    <p:sldLayoutId id="2147483684" r:id="rId20"/>
    <p:sldLayoutId id="2147483679" r:id="rId21"/>
    <p:sldLayoutId id="2147483681" r:id="rId22"/>
    <p:sldLayoutId id="2147483704" r:id="rId23"/>
    <p:sldLayoutId id="2147483683" r:id="rId24"/>
    <p:sldLayoutId id="2147483713" r:id="rId25"/>
    <p:sldLayoutId id="2147483685" r:id="rId26"/>
    <p:sldLayoutId id="2147483686" r:id="rId27"/>
    <p:sldLayoutId id="2147483687" r:id="rId28"/>
    <p:sldLayoutId id="2147483717" r:id="rId29"/>
    <p:sldLayoutId id="2147483718" r:id="rId30"/>
  </p:sldLayoutIdLst>
  <p:hf hdr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60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563" indent="-182563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1pPr>
      <a:lvl2pPr marL="358775" indent="-176213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541338" indent="-182563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715963" indent="-174625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898525" indent="-182563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  <p15:guide id="8" orient="horz" pos="482" userDrawn="1">
          <p15:clr>
            <a:srgbClr val="5ACBF0"/>
          </p15:clr>
        </p15:guide>
        <p15:guide id="9" pos="347" userDrawn="1">
          <p15:clr>
            <a:srgbClr val="5ACBF0"/>
          </p15:clr>
        </p15:guide>
        <p15:guide id="10" pos="7333" userDrawn="1">
          <p15:clr>
            <a:srgbClr val="5ACBF0"/>
          </p15:clr>
        </p15:guide>
        <p15:guide id="11" pos="3341" userDrawn="1">
          <p15:clr>
            <a:srgbClr val="F26B43"/>
          </p15:clr>
        </p15:guide>
        <p15:guide id="12" pos="2842" userDrawn="1">
          <p15:clr>
            <a:srgbClr val="F26B43"/>
          </p15:clr>
        </p15:guide>
        <p15:guide id="13" pos="2343" userDrawn="1">
          <p15:clr>
            <a:srgbClr val="F26B43"/>
          </p15:clr>
        </p15:guide>
        <p15:guide id="14" pos="1844" userDrawn="1">
          <p15:clr>
            <a:srgbClr val="F26B43"/>
          </p15:clr>
        </p15:guide>
        <p15:guide id="15" pos="1345" userDrawn="1">
          <p15:clr>
            <a:srgbClr val="F26B43"/>
          </p15:clr>
        </p15:guide>
        <p15:guide id="16" pos="846" userDrawn="1">
          <p15:clr>
            <a:srgbClr val="F26B43"/>
          </p15:clr>
        </p15:guide>
        <p15:guide id="17" pos="4339" userDrawn="1">
          <p15:clr>
            <a:srgbClr val="F26B43"/>
          </p15:clr>
        </p15:guide>
        <p15:guide id="18" pos="4838" userDrawn="1">
          <p15:clr>
            <a:srgbClr val="F26B43"/>
          </p15:clr>
        </p15:guide>
        <p15:guide id="19" pos="5337" userDrawn="1">
          <p15:clr>
            <a:srgbClr val="F26B43"/>
          </p15:clr>
        </p15:guide>
        <p15:guide id="20" pos="5836" userDrawn="1">
          <p15:clr>
            <a:srgbClr val="F26B43"/>
          </p15:clr>
        </p15:guide>
        <p15:guide id="21" pos="6335" userDrawn="1">
          <p15:clr>
            <a:srgbClr val="F26B43"/>
          </p15:clr>
        </p15:guide>
        <p15:guide id="22" pos="6834" userDrawn="1">
          <p15:clr>
            <a:srgbClr val="F26B43"/>
          </p15:clr>
        </p15:guide>
        <p15:guide id="23" pos="3591" userDrawn="1">
          <p15:clr>
            <a:srgbClr val="A4A3A4"/>
          </p15:clr>
        </p15:guide>
        <p15:guide id="24" pos="3092" userDrawn="1">
          <p15:clr>
            <a:srgbClr val="A4A3A4"/>
          </p15:clr>
        </p15:guide>
        <p15:guide id="25" pos="4089" userDrawn="1">
          <p15:clr>
            <a:srgbClr val="A4A3A4"/>
          </p15:clr>
        </p15:guide>
        <p15:guide id="26" pos="4588" userDrawn="1">
          <p15:clr>
            <a:srgbClr val="A4A3A4"/>
          </p15:clr>
        </p15:guide>
        <p15:guide id="27" pos="5087" userDrawn="1">
          <p15:clr>
            <a:srgbClr val="A4A3A4"/>
          </p15:clr>
        </p15:guide>
        <p15:guide id="28" pos="2593" userDrawn="1">
          <p15:clr>
            <a:srgbClr val="A4A3A4"/>
          </p15:clr>
        </p15:guide>
        <p15:guide id="29" pos="5586" userDrawn="1">
          <p15:clr>
            <a:srgbClr val="A4A3A4"/>
          </p15:clr>
        </p15:guide>
        <p15:guide id="30" pos="2094" userDrawn="1">
          <p15:clr>
            <a:srgbClr val="A4A3A4"/>
          </p15:clr>
        </p15:guide>
        <p15:guide id="31" pos="1595" userDrawn="1">
          <p15:clr>
            <a:srgbClr val="A4A3A4"/>
          </p15:clr>
        </p15:guide>
        <p15:guide id="32" pos="6085" userDrawn="1">
          <p15:clr>
            <a:srgbClr val="A4A3A4"/>
          </p15:clr>
        </p15:guide>
        <p15:guide id="33" pos="6584" userDrawn="1">
          <p15:clr>
            <a:srgbClr val="A4A3A4"/>
          </p15:clr>
        </p15:guide>
        <p15:guide id="34" pos="1096" userDrawn="1">
          <p15:clr>
            <a:srgbClr val="A4A3A4"/>
          </p15:clr>
        </p15:guide>
        <p15:guide id="35" pos="597" userDrawn="1">
          <p15:clr>
            <a:srgbClr val="A4A3A4"/>
          </p15:clr>
        </p15:guide>
        <p15:guide id="36" pos="7083" userDrawn="1">
          <p15:clr>
            <a:srgbClr val="A4A3A4"/>
          </p15:clr>
        </p15:guide>
        <p15:guide id="37" orient="horz" pos="981" userDrawn="1">
          <p15:clr>
            <a:srgbClr val="F26B43"/>
          </p15:clr>
        </p15:guide>
        <p15:guide id="38" orient="horz" pos="1480" userDrawn="1">
          <p15:clr>
            <a:srgbClr val="F26B43"/>
          </p15:clr>
        </p15:guide>
        <p15:guide id="39" orient="horz" pos="1979" userDrawn="1">
          <p15:clr>
            <a:srgbClr val="F26B43"/>
          </p15:clr>
        </p15:guide>
        <p15:guide id="40" orient="horz" pos="2478" userDrawn="1">
          <p15:clr>
            <a:srgbClr val="F26B43"/>
          </p15:clr>
        </p15:guide>
        <p15:guide id="41" orient="horz" pos="2976" userDrawn="1">
          <p15:clr>
            <a:srgbClr val="F26B43"/>
          </p15:clr>
        </p15:guide>
        <p15:guide id="42" orient="horz" pos="3475" userDrawn="1">
          <p15:clr>
            <a:srgbClr val="F26B43"/>
          </p15:clr>
        </p15:guide>
        <p15:guide id="43" orient="horz" pos="3974" userDrawn="1">
          <p15:clr>
            <a:srgbClr val="5ACBF0"/>
          </p15:clr>
        </p15:guide>
        <p15:guide id="44" orient="horz" pos="731" userDrawn="1">
          <p15:clr>
            <a:srgbClr val="A4A3A4"/>
          </p15:clr>
        </p15:guide>
        <p15:guide id="45" orient="horz" pos="1230" userDrawn="1">
          <p15:clr>
            <a:srgbClr val="A4A3A4"/>
          </p15:clr>
        </p15:guide>
        <p15:guide id="46" orient="horz" pos="1729" userDrawn="1">
          <p15:clr>
            <a:srgbClr val="A4A3A4"/>
          </p15:clr>
        </p15:guide>
        <p15:guide id="47" orient="horz" pos="2228" userDrawn="1">
          <p15:clr>
            <a:srgbClr val="A4A3A4"/>
          </p15:clr>
        </p15:guide>
        <p15:guide id="48" orient="horz" pos="2727" userDrawn="1">
          <p15:clr>
            <a:srgbClr val="A4A3A4"/>
          </p15:clr>
        </p15:guide>
        <p15:guide id="49" orient="horz" pos="3226" userDrawn="1">
          <p15:clr>
            <a:srgbClr val="A4A3A4"/>
          </p15:clr>
        </p15:guide>
        <p15:guide id="50" orient="horz" pos="3731" userDrawn="1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0.sv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social.cloud.corpintra.net/community/unternehmen/it/systems-services-and-supportde/seed-de" TargetMode="External"/><Relationship Id="rId3" Type="http://schemas.openxmlformats.org/officeDocument/2006/relationships/hyperlink" Target="mailto:mbse-support@mercedes-benz.com" TargetMode="External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7.e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7.em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7.em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4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Date Placeholder 4">
            <a:extLst>
              <a:ext uri="{FF2B5EF4-FFF2-40B4-BE49-F238E27FC236}">
                <a16:creationId xmlns:a16="http://schemas.microsoft.com/office/drawing/2014/main" id="{44991869-B790-39B8-417E-E67AFDA79D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863" y="6417344"/>
            <a:ext cx="4752975" cy="179996"/>
          </a:xfrm>
        </p:spPr>
        <p:txBody>
          <a:bodyPr/>
          <a:lstStyle/>
          <a:p>
            <a:r>
              <a:t>Chapter</a:t>
            </a:r>
          </a:p>
        </p:txBody>
      </p:sp>
      <p:sp>
        <p:nvSpPr>
          <p:cNvPr id="31" name="Footer Placeholder 5">
            <a:extLst>
              <a:ext uri="{FF2B5EF4-FFF2-40B4-BE49-F238E27FC236}">
                <a16:creationId xmlns:a16="http://schemas.microsoft.com/office/drawing/2014/main" id="{FD330623-6222-D186-267F-CEDE421F5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88162" y="6417356"/>
            <a:ext cx="4752975" cy="179996"/>
          </a:xfrm>
        </p:spPr>
        <p:txBody>
          <a:bodyPr/>
          <a:lstStyle/>
          <a:p>
            <a:r>
              <a:t>Title / 2025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C793170-FD81-16EC-7A14-7502DEB900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49288" y="254286"/>
            <a:ext cx="1094400" cy="126000"/>
          </a:xfrm>
        </p:spPr>
        <p:txBody>
          <a:bodyPr/>
          <a:lstStyle/>
          <a:p/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0D78BC57-6450-2C8A-0D9D-8ECB83130F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4028" y="6040681"/>
            <a:ext cx="504000" cy="504000"/>
          </a:xfrm>
        </p:spPr>
        <p:txBody>
          <a:bodyPr/>
          <a:lstStyle/>
          <a:p/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9D783264-8CC5-2C00-9087-051011EF0C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07606" y="834491"/>
            <a:ext cx="6576788" cy="2904294"/>
          </a:xfrm>
          <a:prstGeom prst="rect">
            <a:avLst/>
          </a:prstGeom>
        </p:spPr>
      </p:pic>
      <p:sp>
        <p:nvSpPr>
          <p:cNvPr id="3" name="Titel 1">
            <a:extLst>
              <a:ext uri="{FF2B5EF4-FFF2-40B4-BE49-F238E27FC236}">
                <a16:creationId xmlns:a16="http://schemas.microsoft.com/office/drawing/2014/main" id="{BA5DECC6-6919-DBD2-7834-F0C8B9630B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3536949"/>
            <a:ext cx="11090272" cy="1872000"/>
          </a:xfrm>
        </p:spPr>
        <p:txBody>
          <a:bodyPr vert="horz" lIns="0" tIns="0" rIns="0" bIns="0" rtlCol="0" anchor="b" anchorCtr="0">
            <a:normAutofit/>
          </a:bodyPr>
          <a:lstStyle/>
          <a:p>
            <a:r>
              <a:t>Headline / Name of the feature</a:t>
            </a:r>
          </a:p>
        </p:txBody>
      </p:sp>
    </p:spTree>
    <p:extLst>
      <p:ext uri="{BB962C8B-B14F-4D97-AF65-F5344CB8AC3E}">
        <p14:creationId xmlns:p14="http://schemas.microsoft.com/office/powerpoint/2010/main" val="3347250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>
            <a:extLst>
              <a:ext uri="{FF2B5EF4-FFF2-40B4-BE49-F238E27FC236}">
                <a16:creationId xmlns:a16="http://schemas.microsoft.com/office/drawing/2014/main" id="{7EEEF252-4B3E-B0C5-D65E-898E883A5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[Name of the Topic / Feature / Function]</a:t>
            </a:r>
            <a:br/>
            <a:r>
              <a:t>presented by [name] and [team name]</a:t>
            </a:r>
          </a:p>
        </p:txBody>
      </p:sp>
      <p:grpSp>
        <p:nvGrpSpPr>
          <p:cNvPr id="15" name="Gruppe 3" title="Hinweis zur Nutzung der Volrage 3">
            <a:extLst>
              <a:ext uri="{FF2B5EF4-FFF2-40B4-BE49-F238E27FC236}">
                <a16:creationId xmlns:a16="http://schemas.microsoft.com/office/drawing/2014/main" id="{EFBA81CF-DEC4-AAD4-001E-591C4FC2B0B3}"/>
              </a:ext>
            </a:extLst>
          </p:cNvPr>
          <p:cNvGrpSpPr/>
          <p:nvPr/>
        </p:nvGrpSpPr>
        <p:grpSpPr>
          <a:xfrm>
            <a:off x="1360569" y="5510459"/>
            <a:ext cx="4542718" cy="786205"/>
            <a:chOff x="7397534" y="4708263"/>
            <a:chExt cx="7574418" cy="786205"/>
          </a:xfrm>
        </p:grpSpPr>
        <p:sp>
          <p:nvSpPr>
            <p:cNvPr id="16" name="Text">
              <a:extLst>
                <a:ext uri="{FF2B5EF4-FFF2-40B4-BE49-F238E27FC236}">
                  <a16:creationId xmlns:a16="http://schemas.microsoft.com/office/drawing/2014/main" id="{CDA7EC55-F8AF-0A3F-7897-7E566ECC866F}"/>
                </a:ext>
              </a:extLst>
            </p:cNvPr>
            <p:cNvSpPr/>
            <p:nvPr/>
          </p:nvSpPr>
          <p:spPr>
            <a:xfrm>
              <a:off x="7397534" y="4994331"/>
              <a:ext cx="7574418" cy="500137"/>
            </a:xfrm>
            <a:prstGeom prst="rect">
              <a:avLst/>
            </a:prstGeom>
          </p:spPr>
          <p:txBody>
            <a:bodyPr wrap="square" lIns="0">
              <a:sp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600" dirty="0"/>
                <a:t>How does the Feature / Function work? </a:t>
              </a:r>
            </a:p>
            <a:p>
              <a:r>
                <a:rPr lang="en-US" sz="1000" dirty="0"/>
                <a:t>(demo directly in the application </a:t>
              </a:r>
              <a:r>
                <a:rPr lang="en-US" sz="1000" dirty="0">
                  <a:sym typeface="Wingdings" panose="05000000000000000000" pitchFamily="2" charset="2"/>
                </a:rPr>
                <a:t>– live </a:t>
              </a:r>
              <a:r>
                <a:rPr lang="en-US" sz="1050" dirty="0"/>
                <a:t>demo)</a:t>
              </a:r>
            </a:p>
          </p:txBody>
        </p:sp>
        <p:sp>
          <p:nvSpPr>
            <p:cNvPr id="17" name="Überschrift">
              <a:extLst>
                <a:ext uri="{FF2B5EF4-FFF2-40B4-BE49-F238E27FC236}">
                  <a16:creationId xmlns:a16="http://schemas.microsoft.com/office/drawing/2014/main" id="{060B9E12-E686-7270-78D1-089DC56C187F}"/>
                </a:ext>
              </a:extLst>
            </p:cNvPr>
            <p:cNvSpPr txBox="1"/>
            <p:nvPr/>
          </p:nvSpPr>
          <p:spPr>
            <a:xfrm>
              <a:off x="7397534" y="4708263"/>
              <a:ext cx="4710246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dirty="0">
                  <a:solidFill>
                    <a:srgbClr val="005DCC"/>
                  </a:solidFill>
                </a:rPr>
                <a:t>HOW?</a:t>
              </a:r>
            </a:p>
          </p:txBody>
        </p:sp>
      </p:grpSp>
      <p:grpSp>
        <p:nvGrpSpPr>
          <p:cNvPr id="18" name="Gruppe 1" title="Hinweis zur Nutzung der Volrage 1">
            <a:extLst>
              <a:ext uri="{FF2B5EF4-FFF2-40B4-BE49-F238E27FC236}">
                <a16:creationId xmlns:a16="http://schemas.microsoft.com/office/drawing/2014/main" id="{08465103-7DAB-A41B-C9AF-4B0EAD3C6E7B}"/>
              </a:ext>
            </a:extLst>
          </p:cNvPr>
          <p:cNvGrpSpPr/>
          <p:nvPr/>
        </p:nvGrpSpPr>
        <p:grpSpPr>
          <a:xfrm>
            <a:off x="1360569" y="4127624"/>
            <a:ext cx="4253650" cy="1037141"/>
            <a:chOff x="7579876" y="1202231"/>
            <a:chExt cx="10029949" cy="1565109"/>
          </a:xfrm>
        </p:grpSpPr>
        <p:sp>
          <p:nvSpPr>
            <p:cNvPr id="19" name="Text">
              <a:extLst>
                <a:ext uri="{FF2B5EF4-FFF2-40B4-BE49-F238E27FC236}">
                  <a16:creationId xmlns:a16="http://schemas.microsoft.com/office/drawing/2014/main" id="{90DE3CED-3E66-AD42-1DF6-BB159AB15E28}"/>
                </a:ext>
              </a:extLst>
            </p:cNvPr>
            <p:cNvSpPr/>
            <p:nvPr/>
          </p:nvSpPr>
          <p:spPr>
            <a:xfrm>
              <a:off x="7579876" y="1652651"/>
              <a:ext cx="10029949" cy="1114689"/>
            </a:xfrm>
            <a:prstGeom prst="rect">
              <a:avLst/>
            </a:prstGeom>
          </p:spPr>
          <p:txBody>
            <a:bodyPr wrap="square" lIns="0">
              <a:sp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600" dirty="0"/>
                <a:t>What exactly is the Feature about? </a:t>
              </a:r>
            </a:p>
            <a:p>
              <a:r>
                <a:rPr lang="en-US" sz="1600" dirty="0"/>
                <a:t>What impact does it have on what?</a:t>
              </a:r>
            </a:p>
            <a:p>
              <a:r>
                <a:rPr lang="en-US" sz="1000" dirty="0"/>
                <a:t>(short explanation / summarizing of the Feature / function)</a:t>
              </a:r>
            </a:p>
          </p:txBody>
        </p:sp>
        <p:sp>
          <p:nvSpPr>
            <p:cNvPr id="20" name="Überschrift">
              <a:extLst>
                <a:ext uri="{FF2B5EF4-FFF2-40B4-BE49-F238E27FC236}">
                  <a16:creationId xmlns:a16="http://schemas.microsoft.com/office/drawing/2014/main" id="{FB185C61-AA15-AFF2-B0E0-D229110A4214}"/>
                </a:ext>
              </a:extLst>
            </p:cNvPr>
            <p:cNvSpPr txBox="1"/>
            <p:nvPr/>
          </p:nvSpPr>
          <p:spPr>
            <a:xfrm>
              <a:off x="7579876" y="1202231"/>
              <a:ext cx="3793270" cy="4644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sz="2000" b="1" dirty="0">
                  <a:solidFill>
                    <a:srgbClr val="005DCC"/>
                  </a:solidFill>
                </a:rPr>
                <a:t>WHAT?</a:t>
              </a:r>
            </a:p>
          </p:txBody>
        </p:sp>
      </p:grpSp>
      <p:grpSp>
        <p:nvGrpSpPr>
          <p:cNvPr id="21" name="Gruppe 2" title="Hinweis zur Nutzung der Volrage 2">
            <a:extLst>
              <a:ext uri="{FF2B5EF4-FFF2-40B4-BE49-F238E27FC236}">
                <a16:creationId xmlns:a16="http://schemas.microsoft.com/office/drawing/2014/main" id="{C3C86365-D379-28B5-557E-E559C4C002A0}"/>
              </a:ext>
            </a:extLst>
          </p:cNvPr>
          <p:cNvGrpSpPr/>
          <p:nvPr/>
        </p:nvGrpSpPr>
        <p:grpSpPr>
          <a:xfrm>
            <a:off x="1360569" y="3246450"/>
            <a:ext cx="4735431" cy="598963"/>
            <a:chOff x="7566147" y="2891031"/>
            <a:chExt cx="9912130" cy="1706692"/>
          </a:xfrm>
        </p:grpSpPr>
        <p:sp>
          <p:nvSpPr>
            <p:cNvPr id="22" name="Text">
              <a:extLst>
                <a:ext uri="{FF2B5EF4-FFF2-40B4-BE49-F238E27FC236}">
                  <a16:creationId xmlns:a16="http://schemas.microsoft.com/office/drawing/2014/main" id="{03F42EB4-6BCB-D598-130D-A00948BB2E33}"/>
                </a:ext>
              </a:extLst>
            </p:cNvPr>
            <p:cNvSpPr/>
            <p:nvPr/>
          </p:nvSpPr>
          <p:spPr>
            <a:xfrm>
              <a:off x="7569352" y="3633043"/>
              <a:ext cx="9908925" cy="964680"/>
            </a:xfrm>
            <a:prstGeom prst="rect">
              <a:avLst/>
            </a:prstGeom>
          </p:spPr>
          <p:txBody>
            <a:bodyPr wrap="square" lIns="0">
              <a:sp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defRPr/>
              </a:pPr>
              <a:r>
                <a:rPr lang="en-US" sz="1600" dirty="0"/>
                <a:t>Why is this Feature important? Why is it beneficial? </a:t>
              </a:r>
            </a:p>
          </p:txBody>
        </p:sp>
        <p:sp>
          <p:nvSpPr>
            <p:cNvPr id="23" name="Überschrift">
              <a:extLst>
                <a:ext uri="{FF2B5EF4-FFF2-40B4-BE49-F238E27FC236}">
                  <a16:creationId xmlns:a16="http://schemas.microsoft.com/office/drawing/2014/main" id="{A37CD4C5-C37D-FDA2-EE66-C76559512282}"/>
                </a:ext>
              </a:extLst>
            </p:cNvPr>
            <p:cNvSpPr txBox="1"/>
            <p:nvPr/>
          </p:nvSpPr>
          <p:spPr>
            <a:xfrm>
              <a:off x="7566147" y="2891031"/>
              <a:ext cx="4777407" cy="8769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sz="2000" b="1" dirty="0">
                  <a:solidFill>
                    <a:srgbClr val="005DCC"/>
                  </a:solidFill>
                </a:rPr>
                <a:t>WHY?</a:t>
              </a:r>
            </a:p>
          </p:txBody>
        </p:sp>
      </p:grpSp>
      <p:grpSp>
        <p:nvGrpSpPr>
          <p:cNvPr id="24" name="Gruppe 1" title="Hinweis zur Nutzung der Volrage 1">
            <a:extLst>
              <a:ext uri="{FF2B5EF4-FFF2-40B4-BE49-F238E27FC236}">
                <a16:creationId xmlns:a16="http://schemas.microsoft.com/office/drawing/2014/main" id="{C918395E-1969-0AAA-7C94-8D167011175A}"/>
              </a:ext>
            </a:extLst>
          </p:cNvPr>
          <p:cNvGrpSpPr/>
          <p:nvPr/>
        </p:nvGrpSpPr>
        <p:grpSpPr>
          <a:xfrm>
            <a:off x="1360569" y="1943701"/>
            <a:ext cx="4733900" cy="1129473"/>
            <a:chOff x="7599053" y="1202232"/>
            <a:chExt cx="10029950" cy="1704445"/>
          </a:xfrm>
        </p:grpSpPr>
        <p:sp>
          <p:nvSpPr>
            <p:cNvPr id="25" name="Text">
              <a:extLst>
                <a:ext uri="{FF2B5EF4-FFF2-40B4-BE49-F238E27FC236}">
                  <a16:creationId xmlns:a16="http://schemas.microsoft.com/office/drawing/2014/main" id="{892EED6D-9EAC-D059-706C-239A64AAD06F}"/>
                </a:ext>
              </a:extLst>
            </p:cNvPr>
            <p:cNvSpPr/>
            <p:nvPr/>
          </p:nvSpPr>
          <p:spPr>
            <a:xfrm>
              <a:off x="7599055" y="1652651"/>
              <a:ext cx="10029948" cy="1254026"/>
            </a:xfrm>
            <a:prstGeom prst="rect">
              <a:avLst/>
            </a:prstGeom>
          </p:spPr>
          <p:txBody>
            <a:bodyPr wrap="square" lIns="0" tIns="45720" rIns="91440" bIns="45720" anchor="t">
              <a:sp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600" dirty="0"/>
                <a:t>Who is impacted by the Feature/who benefits from the Feature? If there is an official role, please mention it here</a:t>
              </a:r>
            </a:p>
          </p:txBody>
        </p:sp>
        <p:sp>
          <p:nvSpPr>
            <p:cNvPr id="26" name="Überschrift">
              <a:extLst>
                <a:ext uri="{FF2B5EF4-FFF2-40B4-BE49-F238E27FC236}">
                  <a16:creationId xmlns:a16="http://schemas.microsoft.com/office/drawing/2014/main" id="{47821A98-DE97-7838-8DEE-760BB0861E68}"/>
                </a:ext>
              </a:extLst>
            </p:cNvPr>
            <p:cNvSpPr txBox="1"/>
            <p:nvPr/>
          </p:nvSpPr>
          <p:spPr>
            <a:xfrm>
              <a:off x="7599053" y="1202232"/>
              <a:ext cx="3793270" cy="46445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dirty="0">
                  <a:solidFill>
                    <a:srgbClr val="005DCC"/>
                  </a:solidFill>
                </a:rPr>
                <a:t>WHO?</a:t>
              </a:r>
            </a:p>
          </p:txBody>
        </p:sp>
      </p:grpSp>
      <p:sp>
        <p:nvSpPr>
          <p:cNvPr id="27" name="Rechteck 26">
            <a:extLst>
              <a:ext uri="{FF2B5EF4-FFF2-40B4-BE49-F238E27FC236}">
                <a16:creationId xmlns:a16="http://schemas.microsoft.com/office/drawing/2014/main" id="{A64B298B-F543-C903-055B-4FB8E8D9AEB1}"/>
              </a:ext>
            </a:extLst>
          </p:cNvPr>
          <p:cNvSpPr/>
          <p:nvPr/>
        </p:nvSpPr>
        <p:spPr>
          <a:xfrm>
            <a:off x="7262362" y="3020515"/>
            <a:ext cx="4107464" cy="313873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>
            <a:noAutofit/>
          </a:bodyPr>
          <a:lstStyle/>
          <a:p/>
          <a:p/>
          <a:p/>
          <a:p>
            <a:r>
              <a:t>Screenshot </a:t>
            </a:r>
          </a:p>
          <a:p>
            <a:r>
              <a:t>of how your topic looks like </a:t>
            </a:r>
          </a:p>
          <a:p>
            <a:r>
              <a:t>(be creative for visualizing your topic)</a:t>
            </a:r>
          </a:p>
          <a:p>
            <a:r>
              <a:t>*Can be deleted if not required*</a:t>
            </a:r>
          </a:p>
          <a:p/>
          <a:p>
            <a:r>
              <a:t> </a:t>
            </a:r>
          </a:p>
        </p:txBody>
      </p:sp>
      <p:grpSp>
        <p:nvGrpSpPr>
          <p:cNvPr id="28" name="Gruppe 2" title="Hinweis zur Nutzung der Volrage 2">
            <a:extLst>
              <a:ext uri="{FF2B5EF4-FFF2-40B4-BE49-F238E27FC236}">
                <a16:creationId xmlns:a16="http://schemas.microsoft.com/office/drawing/2014/main" id="{9BA59C5F-17C3-04CB-E2D7-1E23F5F04AA0}"/>
              </a:ext>
            </a:extLst>
          </p:cNvPr>
          <p:cNvGrpSpPr/>
          <p:nvPr/>
        </p:nvGrpSpPr>
        <p:grpSpPr>
          <a:xfrm>
            <a:off x="6973200" y="2053478"/>
            <a:ext cx="5087905" cy="626690"/>
            <a:chOff x="7566147" y="2891031"/>
            <a:chExt cx="10649923" cy="1785697"/>
          </a:xfrm>
        </p:grpSpPr>
        <p:sp>
          <p:nvSpPr>
            <p:cNvPr id="29" name="Text">
              <a:extLst>
                <a:ext uri="{FF2B5EF4-FFF2-40B4-BE49-F238E27FC236}">
                  <a16:creationId xmlns:a16="http://schemas.microsoft.com/office/drawing/2014/main" id="{6C0E9FEC-A870-ECFE-9E5D-0B1B13B7844E}"/>
                </a:ext>
              </a:extLst>
            </p:cNvPr>
            <p:cNvSpPr/>
            <p:nvPr/>
          </p:nvSpPr>
          <p:spPr>
            <a:xfrm>
              <a:off x="8307145" y="3010464"/>
              <a:ext cx="9908925" cy="1666264"/>
            </a:xfrm>
            <a:prstGeom prst="rect">
              <a:avLst/>
            </a:prstGeom>
          </p:spPr>
          <p:txBody>
            <a:bodyPr wrap="square" lIns="0">
              <a:sp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defRPr/>
              </a:pPr>
              <a:r>
                <a:rPr lang="en-US" sz="1600" dirty="0"/>
                <a:t>ART Objectives</a:t>
              </a:r>
            </a:p>
            <a:p>
              <a:pPr lvl="0">
                <a:defRPr/>
              </a:pPr>
              <a:r>
                <a:rPr lang="en-US" sz="1600" dirty="0"/>
                <a:t>To which ART Objective does this contribute?</a:t>
              </a:r>
            </a:p>
          </p:txBody>
        </p:sp>
        <p:sp>
          <p:nvSpPr>
            <p:cNvPr id="30" name="Überschrift">
              <a:extLst>
                <a:ext uri="{FF2B5EF4-FFF2-40B4-BE49-F238E27FC236}">
                  <a16:creationId xmlns:a16="http://schemas.microsoft.com/office/drawing/2014/main" id="{0EC9046E-C005-6E30-2172-4678F3F61F8E}"/>
                </a:ext>
              </a:extLst>
            </p:cNvPr>
            <p:cNvSpPr txBox="1"/>
            <p:nvPr/>
          </p:nvSpPr>
          <p:spPr>
            <a:xfrm>
              <a:off x="7566147" y="2891031"/>
              <a:ext cx="4777406" cy="8769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pic>
        <p:nvPicPr>
          <p:cNvPr id="34" name="Grafik 33" descr="Ziel mit einfarbiger Füllung">
            <a:extLst>
              <a:ext uri="{FF2B5EF4-FFF2-40B4-BE49-F238E27FC236}">
                <a16:creationId xmlns:a16="http://schemas.microsoft.com/office/drawing/2014/main" id="{AE9C175B-5A0D-C02D-8DC8-30DE1A4AE3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83921" y="2154966"/>
            <a:ext cx="464400" cy="464400"/>
          </a:xfrm>
          <a:prstGeom prst="rect">
            <a:avLst/>
          </a:prstGeom>
        </p:spPr>
      </p:pic>
      <p:sp>
        <p:nvSpPr>
          <p:cNvPr id="36" name="Fußzeilenplatzhalter 5">
            <a:extLst>
              <a:ext uri="{FF2B5EF4-FFF2-40B4-BE49-F238E27FC236}">
                <a16:creationId xmlns:a16="http://schemas.microsoft.com/office/drawing/2014/main" id="{6F6F7232-89DF-05B4-1213-5A99E78DF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88162" y="6417356"/>
            <a:ext cx="4752975" cy="179996"/>
          </a:xfrm>
        </p:spPr>
        <p:txBody>
          <a:bodyPr/>
          <a:lstStyle/>
          <a:p>
            <a:r>
              <a:t>System Demo / PI 25.3</a:t>
            </a:r>
          </a:p>
        </p:txBody>
      </p:sp>
      <p:pic>
        <p:nvPicPr>
          <p:cNvPr id="38" name="Grafik 37" descr="Ein Bild, das Grafiken, Symbol enthält.&#10;&#10;KI-generierte Inhalte können fehlerhaft sein.">
            <a:extLst>
              <a:ext uri="{FF2B5EF4-FFF2-40B4-BE49-F238E27FC236}">
                <a16:creationId xmlns:a16="http://schemas.microsoft.com/office/drawing/2014/main" id="{BF868844-0D99-D92A-7C94-AB3245437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939" y="3287843"/>
            <a:ext cx="536385" cy="536385"/>
          </a:xfrm>
          <a:prstGeom prst="rect">
            <a:avLst/>
          </a:prstGeom>
        </p:spPr>
      </p:pic>
      <p:pic>
        <p:nvPicPr>
          <p:cNvPr id="40" name="Grafik 39" descr="Ein Bild, das Kreis, Screenshot enthält.&#10;&#10;KI-generierte Inhalte können fehlerhaft sein.">
            <a:extLst>
              <a:ext uri="{FF2B5EF4-FFF2-40B4-BE49-F238E27FC236}">
                <a16:creationId xmlns:a16="http://schemas.microsoft.com/office/drawing/2014/main" id="{A6155E0B-B6CD-E9FF-7710-2CE4C599C0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810" y="2158822"/>
            <a:ext cx="464400" cy="464400"/>
          </a:xfrm>
          <a:prstGeom prst="rect">
            <a:avLst/>
          </a:prstGeom>
        </p:spPr>
      </p:pic>
      <p:pic>
        <p:nvPicPr>
          <p:cNvPr id="42" name="Grafik 41" descr="Ein Bild, das Screenshot, Farbigkeit, Electric Blue (Farbe), Rechteck enthält.&#10;&#10;KI-generierte Inhalte können fehlerhaft sein.">
            <a:extLst>
              <a:ext uri="{FF2B5EF4-FFF2-40B4-BE49-F238E27FC236}">
                <a16:creationId xmlns:a16="http://schemas.microsoft.com/office/drawing/2014/main" id="{48CF64FB-345A-136D-180A-28C95D060C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847" y="4313141"/>
            <a:ext cx="553477" cy="553477"/>
          </a:xfrm>
          <a:prstGeom prst="rect">
            <a:avLst/>
          </a:prstGeom>
        </p:spPr>
      </p:pic>
      <p:pic>
        <p:nvPicPr>
          <p:cNvPr id="44" name="Grafik 43" descr="Ein Bild, das Kreis, Design enthält.&#10;&#10;KI-generierte Inhalte können fehlerhaft sein.">
            <a:extLst>
              <a:ext uri="{FF2B5EF4-FFF2-40B4-BE49-F238E27FC236}">
                <a16:creationId xmlns:a16="http://schemas.microsoft.com/office/drawing/2014/main" id="{2F50D647-C130-70E2-0E07-35E2FEEF9B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628968" y="5565889"/>
            <a:ext cx="593356" cy="59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877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982F8E2E-31AE-146B-47B7-B223824AE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33" y="1670050"/>
            <a:ext cx="3961460" cy="966622"/>
          </a:xfrm>
        </p:spPr>
        <p:txBody>
          <a:bodyPr/>
          <a:lstStyle/>
          <a:p>
            <a:r>
              <a:t>Demo overview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C438C495-F8F3-BCB4-503B-BECD160AF6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0863" y="2744788"/>
            <a:ext cx="5545137" cy="3348033"/>
          </a:xfrm>
        </p:spPr>
        <p:txBody>
          <a:bodyPr/>
          <a:lstStyle/>
          <a:p>
            <a:r>
              <a:t>Short description of what you want to show in the application (e.g. using Flowcharts, Screenshots, listings).</a:t>
            </a:r>
          </a:p>
          <a:p/>
          <a:p>
            <a:r>
              <a:t>After the slide, you can switch to the live application to show the feature there.</a:t>
            </a:r>
          </a:p>
        </p:txBody>
      </p:sp>
      <p:sp>
        <p:nvSpPr>
          <p:cNvPr id="2" name="Fußzeilenplatzhalter 5">
            <a:extLst>
              <a:ext uri="{FF2B5EF4-FFF2-40B4-BE49-F238E27FC236}">
                <a16:creationId xmlns:a16="http://schemas.microsoft.com/office/drawing/2014/main" id="{7B15AD59-49BE-97B1-A815-D7C8DDCF1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88162" y="6417356"/>
            <a:ext cx="4752975" cy="179996"/>
          </a:xfrm>
        </p:spPr>
        <p:txBody>
          <a:bodyPr/>
          <a:lstStyle/>
          <a:p>
            <a:r>
              <a:t>System Demo / PI 25.3</a:t>
            </a:r>
          </a:p>
        </p:txBody>
      </p:sp>
    </p:spTree>
    <p:extLst>
      <p:ext uri="{BB962C8B-B14F-4D97-AF65-F5344CB8AC3E}">
        <p14:creationId xmlns:p14="http://schemas.microsoft.com/office/powerpoint/2010/main" val="2853251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CDE5C-17C1-A267-EBDF-D8953659C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4331619E-47BF-B110-E9C8-75405FDB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33" y="1670050"/>
            <a:ext cx="6404944" cy="966622"/>
          </a:xfrm>
        </p:spPr>
        <p:txBody>
          <a:bodyPr/>
          <a:lstStyle/>
          <a:p>
            <a:r>
              <a:t>Business Value Statement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5E09B3E-CC02-6454-F68F-F1EDE780A5E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0863" y="2744788"/>
            <a:ext cx="9404987" cy="3348033"/>
          </a:xfrm>
        </p:spPr>
        <p:txBody>
          <a:bodyPr/>
          <a:lstStyle/>
          <a:p>
            <a:r>
              <a:t>How to write a business value statement:</a:t>
            </a:r>
          </a:p>
          <a:p>
            <a:r>
              <a:t>This feature improves [area, tool, topic, e.g., user satisfaction] by [specific change, improvement or metric, e.g. percentage 30%], directly benefiting [user or group, e.g., the customer service team] by enabling [benefit, e.g., faster response times].</a:t>
            </a:r>
          </a:p>
        </p:txBody>
      </p:sp>
      <p:sp>
        <p:nvSpPr>
          <p:cNvPr id="2" name="Fußzeilenplatzhalter 5">
            <a:extLst>
              <a:ext uri="{FF2B5EF4-FFF2-40B4-BE49-F238E27FC236}">
                <a16:creationId xmlns:a16="http://schemas.microsoft.com/office/drawing/2014/main" id="{F9268AD9-5869-52CA-5342-7CAF1EC69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88162" y="6417356"/>
            <a:ext cx="4752975" cy="179996"/>
          </a:xfrm>
        </p:spPr>
        <p:txBody>
          <a:bodyPr/>
          <a:lstStyle/>
          <a:p>
            <a:r>
              <a:t>System Demo / PI 25.3</a:t>
            </a:r>
          </a:p>
        </p:txBody>
      </p:sp>
    </p:spTree>
    <p:extLst>
      <p:ext uri="{BB962C8B-B14F-4D97-AF65-F5344CB8AC3E}">
        <p14:creationId xmlns:p14="http://schemas.microsoft.com/office/powerpoint/2010/main" val="1332276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 hidden="1">
            <a:extLst>
              <a:ext uri="{FF2B5EF4-FFF2-40B4-BE49-F238E27FC236}">
                <a16:creationId xmlns:a16="http://schemas.microsoft.com/office/drawing/2014/main" id="{BD965B55-9D1B-275A-C4D7-2DF2B07D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— 5 —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E67AC425-050D-4273-9431-121998E3C066}"/>
              </a:ext>
            </a:extLst>
          </p:cNvPr>
          <p:cNvSpPr txBox="1">
            <a:spLocks/>
          </p:cNvSpPr>
          <p:nvPr/>
        </p:nvSpPr>
        <p:spPr>
          <a:xfrm>
            <a:off x="1615693" y="3155931"/>
            <a:ext cx="8413424" cy="2130796"/>
          </a:xfrm>
          <a:prstGeom prst="rect">
            <a:avLst/>
          </a:prstGeom>
        </p:spPr>
        <p:txBody>
          <a:bodyPr/>
          <a:lstStyle>
            <a:lvl1pPr marL="182563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76213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13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74625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Social Intranet: MBSE Platform &amp; Solutions</a:t>
            </a:r>
          </a:p>
          <a:p/>
          <a:p/>
          <a:p>
            <a:r>
              <a:t>MBSE Support: </a:t>
            </a:r>
          </a:p>
          <a:p>
            <a:r>
              <a:t>mbse-support@mercedes-benz.com | +49 7031 9089070 | 08.00 a.m. – 05.00 p.m.</a:t>
            </a:r>
          </a:p>
          <a:p>
            <a:br/>
            <a:r>
              <a:t> </a:t>
            </a:r>
          </a:p>
        </p:txBody>
      </p:sp>
      <p:sp>
        <p:nvSpPr>
          <p:cNvPr id="22" name="Titel 5">
            <a:extLst>
              <a:ext uri="{FF2B5EF4-FFF2-40B4-BE49-F238E27FC236}">
                <a16:creationId xmlns:a16="http://schemas.microsoft.com/office/drawing/2014/main" id="{610E162B-EEB3-7282-F7AA-C1380FB1A538}"/>
              </a:ext>
            </a:extLst>
          </p:cNvPr>
          <p:cNvSpPr txBox="1">
            <a:spLocks/>
          </p:cNvSpPr>
          <p:nvPr/>
        </p:nvSpPr>
        <p:spPr>
          <a:xfrm>
            <a:off x="551333" y="1670050"/>
            <a:ext cx="6404944" cy="9666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t>Thank you for your attention!</a:t>
            </a: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B3832A0E-D5CD-A311-AB84-4420C19859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949" y="2751769"/>
            <a:ext cx="1107560" cy="1107560"/>
          </a:xfrm>
          <a:prstGeom prst="rect">
            <a:avLst/>
          </a:prstGeom>
        </p:spPr>
      </p:pic>
      <p:pic>
        <p:nvPicPr>
          <p:cNvPr id="26" name="Grafik 25" descr="Ein Bild, das Grafiken, Clipart, Kreis, Cartoon enthält.&#10;&#10;KI-generierte Inhalte können fehlerhaft sein.">
            <a:extLst>
              <a:ext uri="{FF2B5EF4-FFF2-40B4-BE49-F238E27FC236}">
                <a16:creationId xmlns:a16="http://schemas.microsoft.com/office/drawing/2014/main" id="{83200908-7278-07B5-F951-21146410FC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552" y="3754654"/>
            <a:ext cx="772354" cy="772354"/>
          </a:xfrm>
          <a:prstGeom prst="rect">
            <a:avLst/>
          </a:prstGeom>
        </p:spPr>
      </p:pic>
      <p:sp>
        <p:nvSpPr>
          <p:cNvPr id="27" name="Fußzeilenplatzhalter 5">
            <a:extLst>
              <a:ext uri="{FF2B5EF4-FFF2-40B4-BE49-F238E27FC236}">
                <a16:creationId xmlns:a16="http://schemas.microsoft.com/office/drawing/2014/main" id="{A37A3C6F-C6EE-487F-D308-79222AB4E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88162" y="6417356"/>
            <a:ext cx="4752975" cy="179996"/>
          </a:xfrm>
        </p:spPr>
        <p:txBody>
          <a:bodyPr/>
          <a:lstStyle/>
          <a:p>
            <a:r>
              <a:t>System Demo / PI 25.3</a:t>
            </a:r>
          </a:p>
        </p:txBody>
      </p:sp>
    </p:spTree>
    <p:extLst>
      <p:ext uri="{BB962C8B-B14F-4D97-AF65-F5344CB8AC3E}">
        <p14:creationId xmlns:p14="http://schemas.microsoft.com/office/powerpoint/2010/main" val="2348304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7" imgH="348" progId="TCLayout.ActiveDocument.1">
                  <p:embed/>
                </p:oleObj>
              </mc:Choice>
              <mc:Fallback>
                <p:oleObj name="think-cell Folie" r:id="rId4" imgW="347" imgH="348" progId="TCLayout.ActiveDocument.1">
                  <p:embed/>
                  <p:pic>
                    <p:nvPicPr>
                      <p:cNvPr id="10" name="Objekt 9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t>Checklist</a:t>
            </a: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3D3FA47A-3D1C-35A5-6D38-E71B300CC7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0863" y="1239291"/>
            <a:ext cx="11090276" cy="4375296"/>
          </a:xfrm>
        </p:spPr>
        <p:txBody>
          <a:bodyPr/>
          <a:lstStyle/>
          <a:p>
            <a:r>
              <a:t>General rules </a:t>
            </a:r>
          </a:p>
          <a:p/>
          <a:p>
            <a:r>
              <a:t>Greet the participants of the round (max. one sentence), introduce yourself</a:t>
            </a:r>
          </a:p>
          <a:p>
            <a:r>
              <a:t>Make sure to speak loudly, clearly and at an appropriate pace</a:t>
            </a:r>
          </a:p>
          <a:p>
            <a:r>
              <a:t>Insert small pauses, emphasise and repeat important information accordingly</a:t>
            </a:r>
          </a:p>
          <a:p>
            <a:r>
              <a:t>You should avoid foreign words and technical terms -&gt; speak the language of the users</a:t>
            </a:r>
          </a:p>
          <a:p>
            <a:r>
              <a:t>Use short and simple sentences instead of long, convoluted sentences</a:t>
            </a:r>
          </a:p>
          <a:p>
            <a:r>
              <a:t>Use a headset or pay attention to a quiet environment</a:t>
            </a:r>
          </a:p>
          <a:p>
            <a:r>
              <a:t>Turn on the camera while you speak</a:t>
            </a:r>
          </a:p>
          <a:p>
            <a:r>
              <a:t>Present in presentation mode (F5)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8B71E99-424D-B9EB-A892-327A61FFE6C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2852373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7" imgH="348" progId="TCLayout.ActiveDocument.1">
                  <p:embed/>
                </p:oleObj>
              </mc:Choice>
              <mc:Fallback>
                <p:oleObj name="think-cell Folie" r:id="rId4" imgW="347" imgH="348" progId="TCLayout.ActiveDocument.1">
                  <p:embed/>
                  <p:pic>
                    <p:nvPicPr>
                      <p:cNvPr id="10" name="Objekt 9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t>Checklist</a:t>
            </a:r>
          </a:p>
        </p:txBody>
      </p:sp>
      <p:sp>
        <p:nvSpPr>
          <p:cNvPr id="3" name="Inhaltsplatzhalter 10">
            <a:extLst>
              <a:ext uri="{FF2B5EF4-FFF2-40B4-BE49-F238E27FC236}">
                <a16:creationId xmlns:a16="http://schemas.microsoft.com/office/drawing/2014/main" id="{4C245B7A-E165-6748-22CF-325438878D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0863" y="1239291"/>
            <a:ext cx="11090276" cy="4059102"/>
          </a:xfrm>
        </p:spPr>
        <p:txBody>
          <a:bodyPr/>
          <a:lstStyle/>
          <a:p>
            <a:r>
              <a:t>Slides </a:t>
            </a:r>
          </a:p>
          <a:p/>
          <a:p>
            <a:r>
              <a:t>Attempts to incorporate graphics, images and videos</a:t>
            </a:r>
          </a:p>
          <a:p>
            <a:r>
              <a:t>No overcrowded slides -&gt; clear layout</a:t>
            </a:r>
          </a:p>
          <a:p>
            <a:r>
              <a:t>Pay attention to spelling</a:t>
            </a:r>
          </a:p>
          <a:p>
            <a:r>
              <a:t>Presenting without reading -&gt; presentation is only a tool</a:t>
            </a:r>
          </a:p>
          <a:p>
            <a:r>
              <a:t>Slides must be self-explanatory</a:t>
            </a:r>
          </a:p>
          <a:p>
            <a:r>
              <a:t>Refer to SI article on occasion</a:t>
            </a:r>
          </a:p>
          <a:p>
            <a:r>
              <a:t>If possible, don’t use abbreviations -&gt; explain abbreviations (explain on the slide)</a:t>
            </a:r>
          </a:p>
        </p:txBody>
      </p:sp>
      <p:sp>
        <p:nvSpPr>
          <p:cNvPr id="29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System Demo |  month yyyy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7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BBDAC6E-DE42-67F4-2054-04F50DD61B3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968841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7" imgH="348" progId="TCLayout.ActiveDocument.1">
                  <p:embed/>
                </p:oleObj>
              </mc:Choice>
              <mc:Fallback>
                <p:oleObj name="think-cell Folie" r:id="rId4" imgW="347" imgH="348" progId="TCLayout.ActiveDocument.1">
                  <p:embed/>
                  <p:pic>
                    <p:nvPicPr>
                      <p:cNvPr id="10" name="Objekt 9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t>Checklist</a:t>
            </a:r>
          </a:p>
        </p:txBody>
      </p:sp>
      <p:sp>
        <p:nvSpPr>
          <p:cNvPr id="3" name="Inhaltsplatzhalter 10">
            <a:extLst>
              <a:ext uri="{FF2B5EF4-FFF2-40B4-BE49-F238E27FC236}">
                <a16:creationId xmlns:a16="http://schemas.microsoft.com/office/drawing/2014/main" id="{4776E260-6EB6-AA15-742C-2F3C009546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0863" y="1239291"/>
            <a:ext cx="11090276" cy="3833396"/>
          </a:xfrm>
        </p:spPr>
        <p:txBody>
          <a:bodyPr/>
          <a:lstStyle/>
          <a:p>
            <a:r>
              <a:t>Feature presentation </a:t>
            </a:r>
          </a:p>
          <a:p/>
          <a:p>
            <a:r>
              <a:t>What is the benefit/added value of the feature? </a:t>
            </a:r>
          </a:p>
          <a:p>
            <a:r>
              <a:t>For which target group is the feature relevant? </a:t>
            </a:r>
          </a:p>
          <a:p>
            <a:r>
              <a:t>Is this a new feature or an enhancement?</a:t>
            </a:r>
          </a:p>
          <a:p>
            <a:r>
              <a:t>What does the feature/extension mean for the users?</a:t>
            </a:r>
          </a:p>
          <a:p>
            <a:r>
              <a:t>What is the goal?</a:t>
            </a:r>
          </a:p>
          <a:p>
            <a:r>
              <a:t>Is the feature already implemented / when will the feature be available on the platform?</a:t>
            </a:r>
          </a:p>
        </p:txBody>
      </p:sp>
      <p:sp>
        <p:nvSpPr>
          <p:cNvPr id="29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System Demo |  month yyyy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8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F12CD99-E47E-8F94-4142-96529FF162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961447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7" imgH="348" progId="TCLayout.ActiveDocument.1">
                  <p:embed/>
                </p:oleObj>
              </mc:Choice>
              <mc:Fallback>
                <p:oleObj name="think-cell Folie" r:id="rId4" imgW="347" imgH="348" progId="TCLayout.ActiveDocument.1">
                  <p:embed/>
                  <p:pic>
                    <p:nvPicPr>
                      <p:cNvPr id="10" name="Objekt 9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t>Checklist</a:t>
            </a:r>
          </a:p>
        </p:txBody>
      </p:sp>
      <p:sp>
        <p:nvSpPr>
          <p:cNvPr id="3" name="Inhaltsplatzhalter 10">
            <a:extLst>
              <a:ext uri="{FF2B5EF4-FFF2-40B4-BE49-F238E27FC236}">
                <a16:creationId xmlns:a16="http://schemas.microsoft.com/office/drawing/2014/main" id="{864330B3-0788-1E58-9CBB-031959073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General tips </a:t>
            </a:r>
          </a:p>
          <a:p>
            <a:r>
              <a:t>    </a:t>
            </a:r>
          </a:p>
          <a:p>
            <a:r>
              <a:t>Don’t ask if the screen is visible -&gt; if not, the moderator will contact you</a:t>
            </a:r>
          </a:p>
          <a:p>
            <a:r>
              <a:t>Don’t ask if you can be heard -&gt; if not, the moderator will contact you</a:t>
            </a:r>
          </a:p>
          <a:p>
            <a:r>
              <a:t>Please stop screen sharing after Feature presentation</a:t>
            </a:r>
          </a:p>
          <a:p>
            <a:r>
              <a:t>Please stop screen sharing after Feature presentation 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9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305367D-2A7C-9CDB-449E-4272C1126C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28757376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73iD4UQouex0g3cvo64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Mercedes Benz">
  <a:themeElements>
    <a:clrScheme name="ReX ART">
      <a:dk1>
        <a:srgbClr val="000000"/>
      </a:dk1>
      <a:lt1>
        <a:srgbClr val="FFFFFF"/>
      </a:lt1>
      <a:dk2>
        <a:srgbClr val="8D8D8D"/>
      </a:dk2>
      <a:lt2>
        <a:srgbClr val="606060"/>
      </a:lt2>
      <a:accent1>
        <a:srgbClr val="005DCC"/>
      </a:accent1>
      <a:accent2>
        <a:srgbClr val="92D0FF"/>
      </a:accent2>
      <a:accent3>
        <a:srgbClr val="2FBAA6"/>
      </a:accent3>
      <a:accent4>
        <a:srgbClr val="075959"/>
      </a:accent4>
      <a:accent5>
        <a:srgbClr val="A5A5A5"/>
      </a:accent5>
      <a:accent6>
        <a:srgbClr val="000000"/>
      </a:accent6>
      <a:hlink>
        <a:srgbClr val="000000"/>
      </a:hlink>
      <a:folHlink>
        <a:srgbClr val="000000"/>
      </a:folHlink>
    </a:clrScheme>
    <a:fontScheme name="Mercedes-Benz Corpo">
      <a:majorFont>
        <a:latin typeface="MB Corpo A Title Cond Office"/>
        <a:ea typeface=""/>
        <a:cs typeface=""/>
      </a:majorFont>
      <a:minorFont>
        <a:latin typeface="MB Corpo S Text Office Light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9525">
          <a:noFill/>
        </a:ln>
      </a:spPr>
      <a:bodyPr lIns="90000" rtlCol="0" anchor="ctr">
        <a:noAutofit/>
      </a:bodyPr>
      <a:lstStyle>
        <a:defPPr algn="ctr">
          <a:defRPr sz="1600" smtClean="0">
            <a:solidFill>
              <a:srgbClr val="FFFFFF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Functional Black">
      <a:srgbClr val="000000"/>
    </a:custClr>
    <a:custClr name="Functional Grey 2">
      <a:srgbClr val="606060"/>
    </a:custClr>
    <a:custClr name="Functional Grey 3">
      <a:srgbClr val="8D8D8D"/>
    </a:custClr>
    <a:custClr name="Functional Grey 4 (non-accessible)">
      <a:srgbClr val="E0E0E0"/>
    </a:custClr>
    <a:custClr name="Functional White (non-accessible)"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Functional Blue 1">
      <a:srgbClr val="003257"/>
    </a:custClr>
    <a:custClr name="Functional Blue 2">
      <a:srgbClr val="0078D6"/>
    </a:custClr>
    <a:custClr name="Functional Blue 3 (Pure Blue on light)">
      <a:srgbClr val="1398FF"/>
    </a:custClr>
    <a:custClr name="Functional Blue 4 (non-accessible)">
      <a:srgbClr val="92D0FF"/>
    </a:custClr>
    <a:custClr name="Functional Blue 5 (non-accessible)">
      <a:srgbClr val="E4F3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Functional Red 1">
      <a:srgbClr val="770312"/>
    </a:custClr>
    <a:custClr name="Functional Red 2 (AMG Red)">
      <a:srgbClr val="B21E23"/>
    </a:custClr>
    <a:custClr name="Functional Red 3">
      <a:srgbClr val="EF5F64"/>
    </a:custClr>
    <a:custClr name="Functional Red 4 (non-accessible)">
      <a:srgbClr val="FDAFB2"/>
    </a:custClr>
    <a:custClr name="Functional Red 5 (non-accessible)">
      <a:srgbClr val="FFE0E1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Functional Purple 1">
      <a:srgbClr val="522099"/>
    </a:custClr>
    <a:custClr name="Functional Purple 2">
      <a:srgbClr val="7B30E5"/>
    </a:custClr>
    <a:custClr name="Functional Purple 3">
      <a:srgbClr val="AE75FF"/>
    </a:custClr>
    <a:custClr name="Functional Purple 4 (non-accessible)">
      <a:srgbClr val="E1C1FF"/>
    </a:custClr>
    <a:custClr name="Functional Purple 5 (non-accessible)">
      <a:srgbClr val="F8E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Functional Green 1">
      <a:srgbClr val="075959"/>
    </a:custClr>
    <a:custClr name="Functional Green 2">
      <a:srgbClr val="038281"/>
    </a:custClr>
    <a:custClr name="Functional Green 3">
      <a:srgbClr val="1FA4A3"/>
    </a:custClr>
    <a:custClr name="Functional Green 4 (non-accessible)">
      <a:srgbClr val="A4E0E0"/>
    </a:custClr>
    <a:custClr name="Functional Green 5 (non-accessible)">
      <a:srgbClr val="E8FFFF"/>
    </a:custClr>
    <a:custClr>
      <a:srgbClr val="FFFFFF"/>
    </a:custClr>
    <a:custClr>
      <a:srgbClr val="FFFFFF"/>
    </a:custClr>
    <a:custClr name="Traffic Light Red">
      <a:srgbClr val="EF5F64"/>
    </a:custClr>
    <a:custClr name="Traffic Light Yellow">
      <a:srgbClr val="C28800"/>
    </a:custClr>
    <a:custClr name="Traffic Light Green">
      <a:srgbClr val="17AC35"/>
    </a:custClr>
  </a:custClrLst>
  <a:extLst>
    <a:ext uri="{05A4C25C-085E-4340-85A3-A5531E510DB2}">
      <thm15:themeFamily xmlns:thm15="http://schemas.microsoft.com/office/thememl/2012/main" name="MB_PowerPoint_Master_2025-07-30" id="{A595761F-28C5-8042-A62A-2A9B95F6C5B3}" vid="{7E39F5B0-79A1-0448-983B-0F70BB7808C0}"/>
    </a:ext>
  </a:extLst>
</a:theme>
</file>

<file path=ppt/theme/theme2.xml><?xml version="1.0" encoding="utf-8"?>
<a:theme xmlns:a="http://schemas.openxmlformats.org/drawingml/2006/main" name="Office">
  <a:themeElements>
    <a:clrScheme name="Mercedes Benz">
      <a:dk1>
        <a:srgbClr val="000000"/>
      </a:dk1>
      <a:lt1>
        <a:srgbClr val="FFFFFF"/>
      </a:lt1>
      <a:dk2>
        <a:srgbClr val="8D8D8D"/>
      </a:dk2>
      <a:lt2>
        <a:srgbClr val="606060"/>
      </a:lt2>
      <a:accent1>
        <a:srgbClr val="0078D6"/>
      </a:accent1>
      <a:accent2>
        <a:srgbClr val="1398FF"/>
      </a:accent2>
      <a:accent3>
        <a:srgbClr val="075959"/>
      </a:accent3>
      <a:accent4>
        <a:srgbClr val="038281"/>
      </a:accent4>
      <a:accent5>
        <a:srgbClr val="522099"/>
      </a:accent5>
      <a:accent6>
        <a:srgbClr val="7B30E5"/>
      </a:accent6>
      <a:hlink>
        <a:srgbClr val="000000"/>
      </a:hlink>
      <a:folHlink>
        <a:srgbClr val="000000"/>
      </a:folHlink>
    </a:clrScheme>
    <a:fontScheme name="Mercedes Benz">
      <a:majorFont>
        <a:latin typeface="MB Corpo A Title Cond Office"/>
        <a:ea typeface=""/>
        <a:cs typeface=""/>
      </a:majorFont>
      <a:minorFont>
        <a:latin typeface="MB Corpo S Text Offic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Mercedes Benz">
      <a:dk1>
        <a:srgbClr val="000000"/>
      </a:dk1>
      <a:lt1>
        <a:srgbClr val="FFFFFF"/>
      </a:lt1>
      <a:dk2>
        <a:srgbClr val="8D8D8D"/>
      </a:dk2>
      <a:lt2>
        <a:srgbClr val="606060"/>
      </a:lt2>
      <a:accent1>
        <a:srgbClr val="0078D6"/>
      </a:accent1>
      <a:accent2>
        <a:srgbClr val="1398FF"/>
      </a:accent2>
      <a:accent3>
        <a:srgbClr val="075959"/>
      </a:accent3>
      <a:accent4>
        <a:srgbClr val="038281"/>
      </a:accent4>
      <a:accent5>
        <a:srgbClr val="522099"/>
      </a:accent5>
      <a:accent6>
        <a:srgbClr val="7B30E5"/>
      </a:accent6>
      <a:hlink>
        <a:srgbClr val="000000"/>
      </a:hlink>
      <a:folHlink>
        <a:srgbClr val="000000"/>
      </a:folHlink>
    </a:clrScheme>
    <a:fontScheme name="Mercedes Benz">
      <a:majorFont>
        <a:latin typeface="MB Corpo A Title Cond Office"/>
        <a:ea typeface=""/>
        <a:cs typeface=""/>
      </a:majorFont>
      <a:minorFont>
        <a:latin typeface="MB Corpo S Text Offic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b020925-7c20-444b-abe3-58e26c293b21" xsi:nil="true"/>
    <lcf76f155ced4ddcb4097134ff3c332f xmlns="1e091c44-f7bf-4a34-b771-6abb64f5ed2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CBBA600F1B50478D84FD2406302D9D" ma:contentTypeVersion="18" ma:contentTypeDescription="Create a new document." ma:contentTypeScope="" ma:versionID="a9537aa58dc4afe763e2ce6a75dbe2a6">
  <xsd:schema xmlns:xsd="http://www.w3.org/2001/XMLSchema" xmlns:xs="http://www.w3.org/2001/XMLSchema" xmlns:p="http://schemas.microsoft.com/office/2006/metadata/properties" xmlns:ns2="1e091c44-f7bf-4a34-b771-6abb64f5ed23" xmlns:ns3="5b020925-7c20-444b-abe3-58e26c293b21" targetNamespace="http://schemas.microsoft.com/office/2006/metadata/properties" ma:root="true" ma:fieldsID="983c456a7aa104c36c75e4275240d202" ns2:_="" ns3:_="">
    <xsd:import namespace="1e091c44-f7bf-4a34-b771-6abb64f5ed23"/>
    <xsd:import namespace="5b020925-7c20-444b-abe3-58e26c293b2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091c44-f7bf-4a34-b771-6abb64f5ed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97050f6e-97f2-48e7-ad72-ec3f75f9004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020925-7c20-444b-abe3-58e26c293b2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29defc4d-b924-42ea-be40-598f77e08143}" ma:internalName="TaxCatchAll" ma:showField="CatchAllData" ma:web="5b020925-7c20-444b-abe3-58e26c293b2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CEEE6ED-6824-40EB-B960-F2942816A2D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A31859F-F2A1-4731-BE45-745CB224DE1D}">
  <ds:schemaRefs>
    <ds:schemaRef ds:uri="1e091c44-f7bf-4a34-b771-6abb64f5ed23"/>
    <ds:schemaRef ds:uri="http://schemas.microsoft.com/office/2006/metadata/properties"/>
    <ds:schemaRef ds:uri="http://purl.org/dc/dcmitype/"/>
    <ds:schemaRef ds:uri="http://purl.org/dc/terms/"/>
    <ds:schemaRef ds:uri="http://schemas.microsoft.com/office/2006/documentManagement/types"/>
    <ds:schemaRef ds:uri="http://www.w3.org/XML/1998/namespace"/>
    <ds:schemaRef ds:uri="5b020925-7c20-444b-abe3-58e26c293b21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2525BBC3-1B4F-444B-905B-4C82804C541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e091c44-f7bf-4a34-b771-6abb64f5ed23"/>
    <ds:schemaRef ds:uri="5b020925-7c20-444b-abe3-58e26c293b2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MB_PowerPoint_Master_2025</Template>
  <TotalTime>0</TotalTime>
  <Words>604</Words>
  <Application>Microsoft Office PowerPoint</Application>
  <PresentationFormat>Widescreen</PresentationFormat>
  <Paragraphs>91</Paragraphs>
  <Slides>9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Mercedes Benz</vt:lpstr>
      <vt:lpstr>Headline / Name of the feature</vt:lpstr>
      <vt:lpstr>[Name of the Topic / Feature / Function] presented by [name] and [team name]</vt:lpstr>
      <vt:lpstr>Demo overview</vt:lpstr>
      <vt:lpstr>Business Value Statement</vt:lpstr>
      <vt:lpstr>PowerPoint Presentation</vt:lpstr>
      <vt:lpstr>Checklist</vt:lpstr>
      <vt:lpstr>Checklist</vt:lpstr>
      <vt:lpstr>Checklist</vt:lpstr>
      <vt:lpstr>Checklist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Schreiber, Elina (415)</dc:creator>
  <cp:lastModifiedBy>Eichmann, Carina (059)</cp:lastModifiedBy>
  <cp:revision>20</cp:revision>
  <cp:lastPrinted>2025-07-21T17:14:08Z</cp:lastPrinted>
  <dcterms:created xsi:type="dcterms:W3CDTF">2025-08-12T13:47:55Z</dcterms:created>
  <dcterms:modified xsi:type="dcterms:W3CDTF">2026-04-15T08:39:12Z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e19d756-792e-42a1-bcad-4cb9051ddd2d_Enabled">
    <vt:lpwstr>true</vt:lpwstr>
  </property>
  <property fmtid="{D5CDD505-2E9C-101B-9397-08002B2CF9AE}" pid="3" name="MSIP_Label_8e19d756-792e-42a1-bcad-4cb9051ddd2d_SetDate">
    <vt:lpwstr>2025-07-21T19:56:24Z</vt:lpwstr>
  </property>
  <property fmtid="{D5CDD505-2E9C-101B-9397-08002B2CF9AE}" pid="4" name="MSIP_Label_8e19d756-792e-42a1-bcad-4cb9051ddd2d_Method">
    <vt:lpwstr>Standard</vt:lpwstr>
  </property>
  <property fmtid="{D5CDD505-2E9C-101B-9397-08002B2CF9AE}" pid="5" name="MSIP_Label_8e19d756-792e-42a1-bcad-4cb9051ddd2d_Name">
    <vt:lpwstr>Confidential</vt:lpwstr>
  </property>
  <property fmtid="{D5CDD505-2E9C-101B-9397-08002B2CF9AE}" pid="6" name="MSIP_Label_8e19d756-792e-42a1-bcad-4cb9051ddd2d_SiteId">
    <vt:lpwstr>41eb501a-f671-4ce0-a5bf-b64168c3705f</vt:lpwstr>
  </property>
  <property fmtid="{D5CDD505-2E9C-101B-9397-08002B2CF9AE}" pid="7" name="MSIP_Label_8e19d756-792e-42a1-bcad-4cb9051ddd2d_ActionId">
    <vt:lpwstr>00b9b597-c41b-45b5-83df-9b7073dd7937</vt:lpwstr>
  </property>
  <property fmtid="{D5CDD505-2E9C-101B-9397-08002B2CF9AE}" pid="8" name="MSIP_Label_8e19d756-792e-42a1-bcad-4cb9051ddd2d_ContentBits">
    <vt:lpwstr>2</vt:lpwstr>
  </property>
  <property fmtid="{D5CDD505-2E9C-101B-9397-08002B2CF9AE}" pid="9" name="MSIP_Label_8e19d756-792e-42a1-bcad-4cb9051ddd2d_Tag">
    <vt:lpwstr>50, 3, 0, 1</vt:lpwstr>
  </property>
  <property fmtid="{D5CDD505-2E9C-101B-9397-08002B2CF9AE}" pid="10" name="ClassificationContentMarkingFooterLocations">
    <vt:lpwstr>Mercedes Benz:8</vt:lpwstr>
  </property>
  <property fmtid="{D5CDD505-2E9C-101B-9397-08002B2CF9AE}" pid="11" name="ClassificationContentMarkingFooterText">
    <vt:lpwstr>Confidential - Not for Public Consumption or Distribution</vt:lpwstr>
  </property>
  <property fmtid="{D5CDD505-2E9C-101B-9397-08002B2CF9AE}" pid="12" name="MSIP_Label_924dbb1d-991d-4bbd-aad5-33bac1d8ffaf_Enabled">
    <vt:lpwstr>true</vt:lpwstr>
  </property>
  <property fmtid="{D5CDD505-2E9C-101B-9397-08002B2CF9AE}" pid="13" name="MSIP_Label_924dbb1d-991d-4bbd-aad5-33bac1d8ffaf_SetDate">
    <vt:lpwstr>2025-08-12T14:17:00Z</vt:lpwstr>
  </property>
  <property fmtid="{D5CDD505-2E9C-101B-9397-08002B2CF9AE}" pid="14" name="MSIP_Label_924dbb1d-991d-4bbd-aad5-33bac1d8ffaf_Method">
    <vt:lpwstr>Standard</vt:lpwstr>
  </property>
  <property fmtid="{D5CDD505-2E9C-101B-9397-08002B2CF9AE}" pid="15" name="MSIP_Label_924dbb1d-991d-4bbd-aad5-33bac1d8ffaf_Name">
    <vt:lpwstr>924dbb1d-991d-4bbd-aad5-33bac1d8ffaf</vt:lpwstr>
  </property>
  <property fmtid="{D5CDD505-2E9C-101B-9397-08002B2CF9AE}" pid="16" name="MSIP_Label_924dbb1d-991d-4bbd-aad5-33bac1d8ffaf_SiteId">
    <vt:lpwstr>9652d7c2-1ccf-4940-8151-4a92bd474ed0</vt:lpwstr>
  </property>
  <property fmtid="{D5CDD505-2E9C-101B-9397-08002B2CF9AE}" pid="17" name="MSIP_Label_924dbb1d-991d-4bbd-aad5-33bac1d8ffaf_ActionId">
    <vt:lpwstr>c305abf2-aa3a-41c3-89f6-a8939d0f2e9b</vt:lpwstr>
  </property>
  <property fmtid="{D5CDD505-2E9C-101B-9397-08002B2CF9AE}" pid="18" name="MSIP_Label_924dbb1d-991d-4bbd-aad5-33bac1d8ffaf_ContentBits">
    <vt:lpwstr>0</vt:lpwstr>
  </property>
  <property fmtid="{D5CDD505-2E9C-101B-9397-08002B2CF9AE}" pid="19" name="MSIP_Label_924dbb1d-991d-4bbd-aad5-33bac1d8ffaf_Tag">
    <vt:lpwstr>10, 3, 0, 1</vt:lpwstr>
  </property>
  <property fmtid="{D5CDD505-2E9C-101B-9397-08002B2CF9AE}" pid="20" name="ContentTypeId">
    <vt:lpwstr>0x0101007CCBBA600F1B50478D84FD2406302D9D</vt:lpwstr>
  </property>
  <property fmtid="{D5CDD505-2E9C-101B-9397-08002B2CF9AE}" pid="21" name="MediaServiceImageTags">
    <vt:lpwstr/>
  </property>
</Properties>
</file>